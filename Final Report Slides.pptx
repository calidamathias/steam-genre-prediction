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5143500" cx="9144000"/>
  <p:notesSz cx="6858000" cy="9144000"/>
  <p:embeddedFontLst>
    <p:embeddedFont>
      <p:font typeface="Encode Sans"/>
      <p:regular r:id="rId27"/>
      <p:bold r:id="rId28"/>
    </p:embeddedFont>
    <p:embeddedFont>
      <p:font typeface="Palanquin Dark"/>
      <p:regular r:id="rId29"/>
      <p:bold r:id="rId30"/>
    </p:embeddedFont>
    <p:embeddedFont>
      <p:font typeface="Press Start 2P"/>
      <p:regular r:id="rId31"/>
    </p:embeddedFont>
    <p:embeddedFont>
      <p:font typeface="Encode Sans Medium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EncodeSans-bold.fntdata"/><Relationship Id="rId27" Type="http://schemas.openxmlformats.org/officeDocument/2006/relationships/font" Target="fonts/Encode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alanquinDark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ressStart2P-regular.fntdata"/><Relationship Id="rId30" Type="http://schemas.openxmlformats.org/officeDocument/2006/relationships/font" Target="fonts/PalanquinDark-bold.fntdata"/><Relationship Id="rId11" Type="http://schemas.openxmlformats.org/officeDocument/2006/relationships/slide" Target="slides/slide7.xml"/><Relationship Id="rId33" Type="http://schemas.openxmlformats.org/officeDocument/2006/relationships/font" Target="fonts/EncodeSansMedium-bold.fntdata"/><Relationship Id="rId10" Type="http://schemas.openxmlformats.org/officeDocument/2006/relationships/slide" Target="slides/slide6.xml"/><Relationship Id="rId32" Type="http://schemas.openxmlformats.org/officeDocument/2006/relationships/font" Target="fonts/EncodeSansMedium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g8794a74c9d_0_2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9" name="Google Shape;1639;g8794a74c9d_0_2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6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ge34544eb2f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8" name="Google Shape;1668;ge34544eb2f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1" name="Shape 1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" name="Google Shape;1712;g15eb0fd1645_0_1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3" name="Google Shape;1713;g15eb0fd1645_0_1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gc6ac5e8787_1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2" name="Google Shape;1742;gc6ac5e8787_1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g15eb0fd1645_0_17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1" name="Google Shape;1771;g15eb0fd1645_0_1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4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g15eb0fd1645_0_2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6" name="Google Shape;1826;g15eb0fd1645_0_2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g38c4b11ada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3" name="Google Shape;1883;g38c4b11ada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0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g15eb0fd1645_0_2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2" name="Google Shape;1912;g15eb0fd1645_0_2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7" name="Shape 1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Google Shape;1988;g38c4b11ada3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9" name="Google Shape;1989;g38c4b11ada3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g38c4b11ada3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8" name="Google Shape;2018;g38c4b11ada3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7" name="Shape 2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g38c4b11ada3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9" name="Google Shape;2049;g38c4b11ada3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5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g38c4b11ada3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7" name="Google Shape;2077;g38c4b11ada3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4" name="Shape 2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" name="Google Shape;2105;g15eb0fd1645_0_16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6" name="Google Shape;2106;g15eb0fd1645_0_1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1" name="Shape 2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2" name="Google Shape;2192;g38c4b11ada3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3" name="Google Shape;2193;g38c4b11ada3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0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g15eb0fd1645_0_2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2" name="Google Shape;2222;g15eb0fd1645_0_2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5" name="Shape 2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g38c4b11ada3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7" name="Google Shape;2257;g38c4b11ada3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1" name="Shape 2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2" name="Google Shape;2292;g38c4b11ada3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3" name="Google Shape;2293;g38c4b11ada3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0" name="Shape 2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1" name="Google Shape;2321;g38c512cd031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2" name="Google Shape;2322;g38c512cd031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4" name="Shape 2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" name="Google Shape;2355;g38c512cd031_4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6" name="Google Shape;2356;g38c512cd031_4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1" name="Shape 2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2" name="Google Shape;2432;g38c512cd031_4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3" name="Google Shape;2433;g38c512cd031_4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2" name="Shape 2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3" name="Google Shape;2463;g38c512cd031_4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4" name="Google Shape;2464;g38c512cd031_4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9" name="Shape 2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0" name="Google Shape;2540;g38c4b11ada3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1" name="Google Shape;2541;g38c4b11ada3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9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Relationship Id="rId7" Type="http://schemas.openxmlformats.org/officeDocument/2006/relationships/slide" Target="/ppt/slides/slide2.xml"/><Relationship Id="rId8" Type="http://schemas.openxmlformats.org/officeDocument/2006/relationships/slide" Target="/ppt/slides/slide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9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Relationship Id="rId7" Type="http://schemas.openxmlformats.org/officeDocument/2006/relationships/slide" Target="/ppt/slides/slide2.xml"/><Relationship Id="rId8" Type="http://schemas.openxmlformats.org/officeDocument/2006/relationships/slide" Target="/ppt/slides/slide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00500" y="100500"/>
            <a:ext cx="7824000" cy="4942500"/>
            <a:chOff x="100500" y="100500"/>
            <a:chExt cx="7824000" cy="4942500"/>
          </a:xfrm>
        </p:grpSpPr>
        <p:sp>
          <p:nvSpPr>
            <p:cNvPr id="10" name="Google Shape;10;p2"/>
            <p:cNvSpPr/>
            <p:nvPr/>
          </p:nvSpPr>
          <p:spPr>
            <a:xfrm>
              <a:off x="100500" y="100500"/>
              <a:ext cx="7824000" cy="4942500"/>
            </a:xfrm>
            <a:prstGeom prst="roundRect">
              <a:avLst>
                <a:gd fmla="val 3114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" name="Google Shape;11;p2"/>
            <p:cNvGrpSpPr/>
            <p:nvPr/>
          </p:nvGrpSpPr>
          <p:grpSpPr>
            <a:xfrm>
              <a:off x="201900" y="202050"/>
              <a:ext cx="7622100" cy="4739400"/>
              <a:chOff x="201900" y="202050"/>
              <a:chExt cx="7622100" cy="4739400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201900" y="202050"/>
                <a:ext cx="7622100" cy="4739400"/>
              </a:xfrm>
              <a:prstGeom prst="roundRect">
                <a:avLst>
                  <a:gd fmla="val 23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303000" y="302550"/>
                <a:ext cx="7419900" cy="4538400"/>
              </a:xfrm>
              <a:prstGeom prst="roundRect">
                <a:avLst>
                  <a:gd fmla="val 1202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403500" y="403050"/>
                <a:ext cx="7218900" cy="4337400"/>
              </a:xfrm>
              <a:prstGeom prst="roundRect">
                <a:avLst>
                  <a:gd fmla="val 1202" name="adj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403500" y="403050"/>
                <a:ext cx="7218900" cy="10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825075" y="798728"/>
            <a:ext cx="5831100" cy="30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5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25075" y="3845483"/>
            <a:ext cx="5831100" cy="4635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8068746" y="-22387"/>
            <a:ext cx="1107271" cy="5188274"/>
            <a:chOff x="8068746" y="-22387"/>
            <a:chExt cx="1107271" cy="5188274"/>
          </a:xfrm>
        </p:grpSpPr>
        <p:grpSp>
          <p:nvGrpSpPr>
            <p:cNvPr id="19" name="Google Shape;19;p2"/>
            <p:cNvGrpSpPr/>
            <p:nvPr/>
          </p:nvGrpSpPr>
          <p:grpSpPr>
            <a:xfrm>
              <a:off x="8068746" y="-22387"/>
              <a:ext cx="1107271" cy="5188274"/>
              <a:chOff x="8068746" y="-22387"/>
              <a:chExt cx="1107271" cy="5188274"/>
            </a:xfrm>
          </p:grpSpPr>
          <p:grpSp>
            <p:nvGrpSpPr>
              <p:cNvPr id="20" name="Google Shape;20;p2"/>
              <p:cNvGrpSpPr/>
              <p:nvPr/>
            </p:nvGrpSpPr>
            <p:grpSpPr>
              <a:xfrm>
                <a:off x="8467466" y="-22387"/>
                <a:ext cx="708551" cy="5188274"/>
                <a:chOff x="8467466" y="-22387"/>
                <a:chExt cx="708551" cy="5188274"/>
              </a:xfrm>
            </p:grpSpPr>
            <p:grpSp>
              <p:nvGrpSpPr>
                <p:cNvPr id="21" name="Google Shape;21;p2"/>
                <p:cNvGrpSpPr/>
                <p:nvPr/>
              </p:nvGrpSpPr>
              <p:grpSpPr>
                <a:xfrm rot="10800000">
                  <a:off x="8467466" y="-22387"/>
                  <a:ext cx="708551" cy="1417688"/>
                  <a:chOff x="2132338" y="1275925"/>
                  <a:chExt cx="332575" cy="665425"/>
                </a:xfrm>
              </p:grpSpPr>
              <p:sp>
                <p:nvSpPr>
                  <p:cNvPr id="22" name="Google Shape;22;p2"/>
                  <p:cNvSpPr/>
                  <p:nvPr/>
                </p:nvSpPr>
                <p:spPr>
                  <a:xfrm>
                    <a:off x="2132338" y="1275925"/>
                    <a:ext cx="332575" cy="665425"/>
                  </a:xfrm>
                  <a:custGeom>
                    <a:rect b="b" l="l" r="r" t="t"/>
                    <a:pathLst>
                      <a:path extrusionOk="0" h="26617" w="13303">
                        <a:moveTo>
                          <a:pt x="1" y="0"/>
                        </a:moveTo>
                        <a:lnTo>
                          <a:pt x="1" y="26616"/>
                        </a:lnTo>
                        <a:lnTo>
                          <a:pt x="13302" y="26616"/>
                        </a:lnTo>
                        <a:lnTo>
                          <a:pt x="13302" y="17122"/>
                        </a:lnTo>
                        <a:cubicBezTo>
                          <a:pt x="13302" y="15013"/>
                          <a:pt x="11592" y="13314"/>
                          <a:pt x="9495" y="13314"/>
                        </a:cubicBezTo>
                        <a:cubicBezTo>
                          <a:pt x="7387" y="13314"/>
                          <a:pt x="5688" y="11603"/>
                          <a:pt x="5688" y="9507"/>
                        </a:cubicBezTo>
                        <a:lnTo>
                          <a:pt x="5688" y="3808"/>
                        </a:lnTo>
                        <a:cubicBezTo>
                          <a:pt x="5688" y="1711"/>
                          <a:pt x="3989" y="0"/>
                          <a:pt x="1880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cap="flat" cmpd="sng" w="9525">
                    <a:solidFill>
                      <a:schemeClr val="accent3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" name="Google Shape;23;p2"/>
                  <p:cNvSpPr/>
                  <p:nvPr/>
                </p:nvSpPr>
                <p:spPr>
                  <a:xfrm>
                    <a:off x="2196188" y="1671425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7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7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" name="Google Shape;24;p2"/>
                  <p:cNvSpPr/>
                  <p:nvPr/>
                </p:nvSpPr>
                <p:spPr>
                  <a:xfrm>
                    <a:off x="2196188" y="1700050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0"/>
                        </a:moveTo>
                        <a:cubicBezTo>
                          <a:pt x="61" y="0"/>
                          <a:pt x="1" y="60"/>
                          <a:pt x="1" y="133"/>
                        </a:cubicBezTo>
                        <a:cubicBezTo>
                          <a:pt x="1" y="217"/>
                          <a:pt x="61" y="277"/>
                          <a:pt x="146" y="277"/>
                        </a:cubicBezTo>
                        <a:lnTo>
                          <a:pt x="6122" y="277"/>
                        </a:lnTo>
                        <a:cubicBezTo>
                          <a:pt x="6194" y="277"/>
                          <a:pt x="6266" y="217"/>
                          <a:pt x="6266" y="133"/>
                        </a:cubicBezTo>
                        <a:cubicBezTo>
                          <a:pt x="6266" y="60"/>
                          <a:pt x="6194" y="0"/>
                          <a:pt x="612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" name="Google Shape;25;p2"/>
                  <p:cNvSpPr/>
                  <p:nvPr/>
                </p:nvSpPr>
                <p:spPr>
                  <a:xfrm>
                    <a:off x="2196188" y="1728350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8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8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" name="Google Shape;26;p2"/>
                  <p:cNvSpPr/>
                  <p:nvPr/>
                </p:nvSpPr>
                <p:spPr>
                  <a:xfrm>
                    <a:off x="2196188" y="1756675"/>
                    <a:ext cx="156675" cy="7250"/>
                  </a:xfrm>
                  <a:custGeom>
                    <a:rect b="b" l="l" r="r" t="t"/>
                    <a:pathLst>
                      <a:path extrusionOk="0" h="290" w="6267">
                        <a:moveTo>
                          <a:pt x="146" y="0"/>
                        </a:moveTo>
                        <a:cubicBezTo>
                          <a:pt x="61" y="0"/>
                          <a:pt x="1" y="73"/>
                          <a:pt x="1" y="145"/>
                        </a:cubicBezTo>
                        <a:cubicBezTo>
                          <a:pt x="1" y="217"/>
                          <a:pt x="61" y="289"/>
                          <a:pt x="146" y="289"/>
                        </a:cubicBezTo>
                        <a:lnTo>
                          <a:pt x="6122" y="289"/>
                        </a:lnTo>
                        <a:cubicBezTo>
                          <a:pt x="6194" y="289"/>
                          <a:pt x="6266" y="217"/>
                          <a:pt x="6266" y="145"/>
                        </a:cubicBezTo>
                        <a:cubicBezTo>
                          <a:pt x="6266" y="73"/>
                          <a:pt x="6194" y="0"/>
                          <a:pt x="612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" name="Google Shape;27;p2"/>
                  <p:cNvSpPr/>
                  <p:nvPr/>
                </p:nvSpPr>
                <p:spPr>
                  <a:xfrm>
                    <a:off x="2196188" y="1785275"/>
                    <a:ext cx="156675" cy="6975"/>
                  </a:xfrm>
                  <a:custGeom>
                    <a:rect b="b" l="l" r="r" t="t"/>
                    <a:pathLst>
                      <a:path extrusionOk="0" h="279" w="6267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33"/>
                        </a:cubicBezTo>
                        <a:cubicBezTo>
                          <a:pt x="1" y="218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8"/>
                          <a:pt x="6266" y="133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" name="Google Shape;28;p2"/>
                  <p:cNvSpPr/>
                  <p:nvPr/>
                </p:nvSpPr>
                <p:spPr>
                  <a:xfrm>
                    <a:off x="2196188" y="1813600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7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7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" name="Google Shape;29;p2"/>
                  <p:cNvSpPr/>
                  <p:nvPr/>
                </p:nvSpPr>
                <p:spPr>
                  <a:xfrm>
                    <a:off x="2196188" y="1842225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0"/>
                        </a:moveTo>
                        <a:cubicBezTo>
                          <a:pt x="61" y="0"/>
                          <a:pt x="1" y="60"/>
                          <a:pt x="1" y="133"/>
                        </a:cubicBezTo>
                        <a:cubicBezTo>
                          <a:pt x="1" y="217"/>
                          <a:pt x="61" y="277"/>
                          <a:pt x="146" y="277"/>
                        </a:cubicBezTo>
                        <a:lnTo>
                          <a:pt x="6122" y="277"/>
                        </a:lnTo>
                        <a:cubicBezTo>
                          <a:pt x="6194" y="277"/>
                          <a:pt x="6266" y="217"/>
                          <a:pt x="6266" y="133"/>
                        </a:cubicBezTo>
                        <a:cubicBezTo>
                          <a:pt x="6266" y="60"/>
                          <a:pt x="6194" y="0"/>
                          <a:pt x="612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" name="Google Shape;30;p2"/>
                  <p:cNvSpPr/>
                  <p:nvPr/>
                </p:nvSpPr>
                <p:spPr>
                  <a:xfrm>
                    <a:off x="2196188" y="1870525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8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8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" name="Google Shape;31;p2"/>
                  <p:cNvSpPr/>
                  <p:nvPr/>
                </p:nvSpPr>
                <p:spPr>
                  <a:xfrm>
                    <a:off x="2193844" y="1343400"/>
                    <a:ext cx="30450" cy="30150"/>
                  </a:xfrm>
                  <a:custGeom>
                    <a:rect b="b" l="l" r="r" t="t"/>
                    <a:pathLst>
                      <a:path extrusionOk="0" h="1206" w="1218">
                        <a:moveTo>
                          <a:pt x="603" y="0"/>
                        </a:moveTo>
                        <a:cubicBezTo>
                          <a:pt x="278" y="0"/>
                          <a:pt x="1" y="265"/>
                          <a:pt x="1" y="603"/>
                        </a:cubicBezTo>
                        <a:cubicBezTo>
                          <a:pt x="1" y="940"/>
                          <a:pt x="278" y="1205"/>
                          <a:pt x="603" y="1205"/>
                        </a:cubicBezTo>
                        <a:cubicBezTo>
                          <a:pt x="940" y="1205"/>
                          <a:pt x="1218" y="940"/>
                          <a:pt x="1218" y="603"/>
                        </a:cubicBezTo>
                        <a:cubicBezTo>
                          <a:pt x="1218" y="265"/>
                          <a:pt x="940" y="0"/>
                          <a:pt x="603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" name="Google Shape;32;p2"/>
                  <p:cNvSpPr/>
                  <p:nvPr/>
                </p:nvSpPr>
                <p:spPr>
                  <a:xfrm>
                    <a:off x="2193844" y="1412375"/>
                    <a:ext cx="30450" cy="30150"/>
                  </a:xfrm>
                  <a:custGeom>
                    <a:rect b="b" l="l" r="r" t="t"/>
                    <a:pathLst>
                      <a:path extrusionOk="0" h="1206" w="1218">
                        <a:moveTo>
                          <a:pt x="615" y="1"/>
                        </a:moveTo>
                        <a:cubicBezTo>
                          <a:pt x="278" y="1"/>
                          <a:pt x="1" y="278"/>
                          <a:pt x="1" y="603"/>
                        </a:cubicBezTo>
                        <a:cubicBezTo>
                          <a:pt x="1" y="940"/>
                          <a:pt x="278" y="1205"/>
                          <a:pt x="615" y="1205"/>
                        </a:cubicBezTo>
                        <a:cubicBezTo>
                          <a:pt x="940" y="1205"/>
                          <a:pt x="1218" y="940"/>
                          <a:pt x="1218" y="603"/>
                        </a:cubicBezTo>
                        <a:cubicBezTo>
                          <a:pt x="1218" y="278"/>
                          <a:pt x="940" y="1"/>
                          <a:pt x="61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" name="Google Shape;33;p2"/>
                  <p:cNvSpPr/>
                  <p:nvPr/>
                </p:nvSpPr>
                <p:spPr>
                  <a:xfrm>
                    <a:off x="2193844" y="1481350"/>
                    <a:ext cx="30450" cy="30150"/>
                  </a:xfrm>
                  <a:custGeom>
                    <a:rect b="b" l="l" r="r" t="t"/>
                    <a:pathLst>
                      <a:path extrusionOk="0" h="1206" w="1218">
                        <a:moveTo>
                          <a:pt x="603" y="1"/>
                        </a:moveTo>
                        <a:cubicBezTo>
                          <a:pt x="278" y="1"/>
                          <a:pt x="1" y="266"/>
                          <a:pt x="1" y="603"/>
                        </a:cubicBezTo>
                        <a:cubicBezTo>
                          <a:pt x="1" y="941"/>
                          <a:pt x="278" y="1206"/>
                          <a:pt x="603" y="1206"/>
                        </a:cubicBezTo>
                        <a:cubicBezTo>
                          <a:pt x="940" y="1206"/>
                          <a:pt x="1218" y="941"/>
                          <a:pt x="1218" y="603"/>
                        </a:cubicBezTo>
                        <a:cubicBezTo>
                          <a:pt x="1218" y="266"/>
                          <a:pt x="940" y="1"/>
                          <a:pt x="603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" name="Google Shape;34;p2"/>
                  <p:cNvSpPr/>
                  <p:nvPr/>
                </p:nvSpPr>
                <p:spPr>
                  <a:xfrm>
                    <a:off x="2193844" y="1550325"/>
                    <a:ext cx="30450" cy="30150"/>
                  </a:xfrm>
                  <a:custGeom>
                    <a:rect b="b" l="l" r="r" t="t"/>
                    <a:pathLst>
                      <a:path extrusionOk="0" h="1206" w="1218">
                        <a:moveTo>
                          <a:pt x="603" y="1"/>
                        </a:moveTo>
                        <a:cubicBezTo>
                          <a:pt x="278" y="1"/>
                          <a:pt x="1" y="278"/>
                          <a:pt x="1" y="603"/>
                        </a:cubicBezTo>
                        <a:cubicBezTo>
                          <a:pt x="1" y="941"/>
                          <a:pt x="278" y="1206"/>
                          <a:pt x="603" y="1206"/>
                        </a:cubicBezTo>
                        <a:cubicBezTo>
                          <a:pt x="940" y="1206"/>
                          <a:pt x="1218" y="941"/>
                          <a:pt x="1218" y="603"/>
                        </a:cubicBezTo>
                        <a:cubicBezTo>
                          <a:pt x="1218" y="278"/>
                          <a:pt x="940" y="1"/>
                          <a:pt x="603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35" name="Google Shape;35;p2"/>
                <p:cNvGrpSpPr/>
                <p:nvPr/>
              </p:nvGrpSpPr>
              <p:grpSpPr>
                <a:xfrm flipH="1">
                  <a:off x="8467466" y="3748199"/>
                  <a:ext cx="708551" cy="1417688"/>
                  <a:chOff x="2132338" y="1275925"/>
                  <a:chExt cx="332575" cy="665425"/>
                </a:xfrm>
              </p:grpSpPr>
              <p:sp>
                <p:nvSpPr>
                  <p:cNvPr id="36" name="Google Shape;36;p2"/>
                  <p:cNvSpPr/>
                  <p:nvPr/>
                </p:nvSpPr>
                <p:spPr>
                  <a:xfrm>
                    <a:off x="2132338" y="1275925"/>
                    <a:ext cx="332575" cy="665425"/>
                  </a:xfrm>
                  <a:custGeom>
                    <a:rect b="b" l="l" r="r" t="t"/>
                    <a:pathLst>
                      <a:path extrusionOk="0" h="26617" w="13303">
                        <a:moveTo>
                          <a:pt x="1" y="0"/>
                        </a:moveTo>
                        <a:lnTo>
                          <a:pt x="1" y="26616"/>
                        </a:lnTo>
                        <a:lnTo>
                          <a:pt x="13302" y="26616"/>
                        </a:lnTo>
                        <a:lnTo>
                          <a:pt x="13302" y="17122"/>
                        </a:lnTo>
                        <a:cubicBezTo>
                          <a:pt x="13302" y="15013"/>
                          <a:pt x="11592" y="13314"/>
                          <a:pt x="9495" y="13314"/>
                        </a:cubicBezTo>
                        <a:cubicBezTo>
                          <a:pt x="7387" y="13314"/>
                          <a:pt x="5688" y="11603"/>
                          <a:pt x="5688" y="9507"/>
                        </a:cubicBezTo>
                        <a:lnTo>
                          <a:pt x="5688" y="3808"/>
                        </a:lnTo>
                        <a:cubicBezTo>
                          <a:pt x="5688" y="1711"/>
                          <a:pt x="3989" y="0"/>
                          <a:pt x="1880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cap="flat" cmpd="sng" w="9525">
                    <a:solidFill>
                      <a:schemeClr val="accent3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7" name="Google Shape;37;p2"/>
                  <p:cNvSpPr/>
                  <p:nvPr/>
                </p:nvSpPr>
                <p:spPr>
                  <a:xfrm>
                    <a:off x="2196188" y="1671425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7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7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" name="Google Shape;38;p2"/>
                  <p:cNvSpPr/>
                  <p:nvPr/>
                </p:nvSpPr>
                <p:spPr>
                  <a:xfrm>
                    <a:off x="2196188" y="1700050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0"/>
                        </a:moveTo>
                        <a:cubicBezTo>
                          <a:pt x="61" y="0"/>
                          <a:pt x="1" y="60"/>
                          <a:pt x="1" y="133"/>
                        </a:cubicBezTo>
                        <a:cubicBezTo>
                          <a:pt x="1" y="217"/>
                          <a:pt x="61" y="277"/>
                          <a:pt x="146" y="277"/>
                        </a:cubicBezTo>
                        <a:lnTo>
                          <a:pt x="6122" y="277"/>
                        </a:lnTo>
                        <a:cubicBezTo>
                          <a:pt x="6194" y="277"/>
                          <a:pt x="6266" y="217"/>
                          <a:pt x="6266" y="133"/>
                        </a:cubicBezTo>
                        <a:cubicBezTo>
                          <a:pt x="6266" y="60"/>
                          <a:pt x="6194" y="0"/>
                          <a:pt x="612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" name="Google Shape;39;p2"/>
                  <p:cNvSpPr/>
                  <p:nvPr/>
                </p:nvSpPr>
                <p:spPr>
                  <a:xfrm>
                    <a:off x="2196188" y="1728350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8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8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" name="Google Shape;40;p2"/>
                  <p:cNvSpPr/>
                  <p:nvPr/>
                </p:nvSpPr>
                <p:spPr>
                  <a:xfrm>
                    <a:off x="2196188" y="1756675"/>
                    <a:ext cx="156675" cy="7250"/>
                  </a:xfrm>
                  <a:custGeom>
                    <a:rect b="b" l="l" r="r" t="t"/>
                    <a:pathLst>
                      <a:path extrusionOk="0" h="290" w="6267">
                        <a:moveTo>
                          <a:pt x="146" y="0"/>
                        </a:moveTo>
                        <a:cubicBezTo>
                          <a:pt x="61" y="0"/>
                          <a:pt x="1" y="73"/>
                          <a:pt x="1" y="145"/>
                        </a:cubicBezTo>
                        <a:cubicBezTo>
                          <a:pt x="1" y="217"/>
                          <a:pt x="61" y="289"/>
                          <a:pt x="146" y="289"/>
                        </a:cubicBezTo>
                        <a:lnTo>
                          <a:pt x="6122" y="289"/>
                        </a:lnTo>
                        <a:cubicBezTo>
                          <a:pt x="6194" y="289"/>
                          <a:pt x="6266" y="217"/>
                          <a:pt x="6266" y="145"/>
                        </a:cubicBezTo>
                        <a:cubicBezTo>
                          <a:pt x="6266" y="73"/>
                          <a:pt x="6194" y="0"/>
                          <a:pt x="612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1" name="Google Shape;41;p2"/>
                  <p:cNvSpPr/>
                  <p:nvPr/>
                </p:nvSpPr>
                <p:spPr>
                  <a:xfrm>
                    <a:off x="2196188" y="1785275"/>
                    <a:ext cx="156675" cy="6975"/>
                  </a:xfrm>
                  <a:custGeom>
                    <a:rect b="b" l="l" r="r" t="t"/>
                    <a:pathLst>
                      <a:path extrusionOk="0" h="279" w="6267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33"/>
                        </a:cubicBezTo>
                        <a:cubicBezTo>
                          <a:pt x="1" y="218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8"/>
                          <a:pt x="6266" y="133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2" name="Google Shape;42;p2"/>
                  <p:cNvSpPr/>
                  <p:nvPr/>
                </p:nvSpPr>
                <p:spPr>
                  <a:xfrm>
                    <a:off x="2196188" y="1813600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7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7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3" name="Google Shape;43;p2"/>
                  <p:cNvSpPr/>
                  <p:nvPr/>
                </p:nvSpPr>
                <p:spPr>
                  <a:xfrm>
                    <a:off x="2196188" y="1842225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0"/>
                        </a:moveTo>
                        <a:cubicBezTo>
                          <a:pt x="61" y="0"/>
                          <a:pt x="1" y="60"/>
                          <a:pt x="1" y="133"/>
                        </a:cubicBezTo>
                        <a:cubicBezTo>
                          <a:pt x="1" y="217"/>
                          <a:pt x="61" y="277"/>
                          <a:pt x="146" y="277"/>
                        </a:cubicBezTo>
                        <a:lnTo>
                          <a:pt x="6122" y="277"/>
                        </a:lnTo>
                        <a:cubicBezTo>
                          <a:pt x="6194" y="277"/>
                          <a:pt x="6266" y="217"/>
                          <a:pt x="6266" y="133"/>
                        </a:cubicBezTo>
                        <a:cubicBezTo>
                          <a:pt x="6266" y="60"/>
                          <a:pt x="6194" y="0"/>
                          <a:pt x="612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4" name="Google Shape;44;p2"/>
                  <p:cNvSpPr/>
                  <p:nvPr/>
                </p:nvSpPr>
                <p:spPr>
                  <a:xfrm>
                    <a:off x="2196188" y="1870525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8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8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" name="Google Shape;45;p2"/>
                  <p:cNvSpPr/>
                  <p:nvPr/>
                </p:nvSpPr>
                <p:spPr>
                  <a:xfrm>
                    <a:off x="2193844" y="1343400"/>
                    <a:ext cx="30450" cy="30150"/>
                  </a:xfrm>
                  <a:custGeom>
                    <a:rect b="b" l="l" r="r" t="t"/>
                    <a:pathLst>
                      <a:path extrusionOk="0" h="1206" w="1218">
                        <a:moveTo>
                          <a:pt x="603" y="0"/>
                        </a:moveTo>
                        <a:cubicBezTo>
                          <a:pt x="278" y="0"/>
                          <a:pt x="1" y="265"/>
                          <a:pt x="1" y="603"/>
                        </a:cubicBezTo>
                        <a:cubicBezTo>
                          <a:pt x="1" y="940"/>
                          <a:pt x="278" y="1205"/>
                          <a:pt x="603" y="1205"/>
                        </a:cubicBezTo>
                        <a:cubicBezTo>
                          <a:pt x="940" y="1205"/>
                          <a:pt x="1218" y="940"/>
                          <a:pt x="1218" y="603"/>
                        </a:cubicBezTo>
                        <a:cubicBezTo>
                          <a:pt x="1218" y="265"/>
                          <a:pt x="940" y="0"/>
                          <a:pt x="603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" name="Google Shape;46;p2"/>
                  <p:cNvSpPr/>
                  <p:nvPr/>
                </p:nvSpPr>
                <p:spPr>
                  <a:xfrm>
                    <a:off x="2193844" y="1412375"/>
                    <a:ext cx="30450" cy="30150"/>
                  </a:xfrm>
                  <a:custGeom>
                    <a:rect b="b" l="l" r="r" t="t"/>
                    <a:pathLst>
                      <a:path extrusionOk="0" h="1206" w="1218">
                        <a:moveTo>
                          <a:pt x="615" y="1"/>
                        </a:moveTo>
                        <a:cubicBezTo>
                          <a:pt x="278" y="1"/>
                          <a:pt x="1" y="278"/>
                          <a:pt x="1" y="603"/>
                        </a:cubicBezTo>
                        <a:cubicBezTo>
                          <a:pt x="1" y="940"/>
                          <a:pt x="278" y="1205"/>
                          <a:pt x="615" y="1205"/>
                        </a:cubicBezTo>
                        <a:cubicBezTo>
                          <a:pt x="940" y="1205"/>
                          <a:pt x="1218" y="940"/>
                          <a:pt x="1218" y="603"/>
                        </a:cubicBezTo>
                        <a:cubicBezTo>
                          <a:pt x="1218" y="278"/>
                          <a:pt x="940" y="1"/>
                          <a:pt x="61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" name="Google Shape;47;p2"/>
                  <p:cNvSpPr/>
                  <p:nvPr/>
                </p:nvSpPr>
                <p:spPr>
                  <a:xfrm>
                    <a:off x="2193844" y="1481350"/>
                    <a:ext cx="30450" cy="30150"/>
                  </a:xfrm>
                  <a:custGeom>
                    <a:rect b="b" l="l" r="r" t="t"/>
                    <a:pathLst>
                      <a:path extrusionOk="0" h="1206" w="1218">
                        <a:moveTo>
                          <a:pt x="603" y="1"/>
                        </a:moveTo>
                        <a:cubicBezTo>
                          <a:pt x="278" y="1"/>
                          <a:pt x="1" y="266"/>
                          <a:pt x="1" y="603"/>
                        </a:cubicBezTo>
                        <a:cubicBezTo>
                          <a:pt x="1" y="941"/>
                          <a:pt x="278" y="1206"/>
                          <a:pt x="603" y="1206"/>
                        </a:cubicBezTo>
                        <a:cubicBezTo>
                          <a:pt x="940" y="1206"/>
                          <a:pt x="1218" y="941"/>
                          <a:pt x="1218" y="603"/>
                        </a:cubicBezTo>
                        <a:cubicBezTo>
                          <a:pt x="1218" y="266"/>
                          <a:pt x="940" y="1"/>
                          <a:pt x="603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" name="Google Shape;48;p2"/>
                  <p:cNvSpPr/>
                  <p:nvPr/>
                </p:nvSpPr>
                <p:spPr>
                  <a:xfrm>
                    <a:off x="2193844" y="1550325"/>
                    <a:ext cx="30450" cy="30150"/>
                  </a:xfrm>
                  <a:custGeom>
                    <a:rect b="b" l="l" r="r" t="t"/>
                    <a:pathLst>
                      <a:path extrusionOk="0" h="1206" w="1218">
                        <a:moveTo>
                          <a:pt x="603" y="1"/>
                        </a:moveTo>
                        <a:cubicBezTo>
                          <a:pt x="278" y="1"/>
                          <a:pt x="1" y="278"/>
                          <a:pt x="1" y="603"/>
                        </a:cubicBezTo>
                        <a:cubicBezTo>
                          <a:pt x="1" y="941"/>
                          <a:pt x="278" y="1206"/>
                          <a:pt x="603" y="1206"/>
                        </a:cubicBezTo>
                        <a:cubicBezTo>
                          <a:pt x="940" y="1206"/>
                          <a:pt x="1218" y="941"/>
                          <a:pt x="1218" y="603"/>
                        </a:cubicBezTo>
                        <a:cubicBezTo>
                          <a:pt x="1218" y="278"/>
                          <a:pt x="940" y="1"/>
                          <a:pt x="603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49" name="Google Shape;49;p2"/>
              <p:cNvGrpSpPr/>
              <p:nvPr/>
            </p:nvGrpSpPr>
            <p:grpSpPr>
              <a:xfrm>
                <a:off x="8068746" y="422958"/>
                <a:ext cx="521992" cy="776192"/>
                <a:chOff x="4131100" y="2430800"/>
                <a:chExt cx="300930" cy="257871"/>
              </a:xfrm>
            </p:grpSpPr>
            <p:sp>
              <p:nvSpPr>
                <p:cNvPr id="50" name="Google Shape;50;p2"/>
                <p:cNvSpPr/>
                <p:nvPr/>
              </p:nvSpPr>
              <p:spPr>
                <a:xfrm>
                  <a:off x="4131100" y="24308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" name="Google Shape;51;p2"/>
                <p:cNvSpPr/>
                <p:nvPr/>
              </p:nvSpPr>
              <p:spPr>
                <a:xfrm>
                  <a:off x="4131100" y="245942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" name="Google Shape;52;p2"/>
                <p:cNvSpPr/>
                <p:nvPr/>
              </p:nvSpPr>
              <p:spPr>
                <a:xfrm>
                  <a:off x="4131100" y="248802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" name="Google Shape;53;p2"/>
                <p:cNvSpPr/>
                <p:nvPr/>
              </p:nvSpPr>
              <p:spPr>
                <a:xfrm>
                  <a:off x="4131100" y="251665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" name="Google Shape;54;p2"/>
                <p:cNvSpPr/>
                <p:nvPr/>
              </p:nvSpPr>
              <p:spPr>
                <a:xfrm>
                  <a:off x="4131100" y="254525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" name="Google Shape;55;p2"/>
                <p:cNvSpPr/>
                <p:nvPr/>
              </p:nvSpPr>
              <p:spPr>
                <a:xfrm>
                  <a:off x="4131104" y="2574178"/>
                  <a:ext cx="300925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" name="Google Shape;56;p2"/>
                <p:cNvSpPr/>
                <p:nvPr/>
              </p:nvSpPr>
              <p:spPr>
                <a:xfrm>
                  <a:off x="4131104" y="2602801"/>
                  <a:ext cx="300925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" name="Google Shape;57;p2"/>
                <p:cNvSpPr/>
                <p:nvPr/>
              </p:nvSpPr>
              <p:spPr>
                <a:xfrm>
                  <a:off x="4131104" y="2631399"/>
                  <a:ext cx="300925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" name="Google Shape;58;p2"/>
                <p:cNvSpPr/>
                <p:nvPr/>
              </p:nvSpPr>
              <p:spPr>
                <a:xfrm>
                  <a:off x="4131104" y="2660023"/>
                  <a:ext cx="300925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" name="Google Shape;59;p2"/>
                <p:cNvSpPr/>
                <p:nvPr/>
              </p:nvSpPr>
              <p:spPr>
                <a:xfrm>
                  <a:off x="4131104" y="2688646"/>
                  <a:ext cx="300925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0" name="Google Shape;60;p2"/>
            <p:cNvGrpSpPr/>
            <p:nvPr/>
          </p:nvGrpSpPr>
          <p:grpSpPr>
            <a:xfrm>
              <a:off x="8068746" y="3944350"/>
              <a:ext cx="522018" cy="776192"/>
              <a:chOff x="4131100" y="2430804"/>
              <a:chExt cx="300944" cy="257871"/>
            </a:xfrm>
          </p:grpSpPr>
          <p:sp>
            <p:nvSpPr>
              <p:cNvPr id="61" name="Google Shape;61;p2"/>
              <p:cNvSpPr/>
              <p:nvPr/>
            </p:nvSpPr>
            <p:spPr>
              <a:xfrm>
                <a:off x="4131104" y="2430804"/>
                <a:ext cx="300940" cy="25"/>
              </a:xfrm>
              <a:custGeom>
                <a:rect b="b" l="l" r="r" t="t"/>
                <a:pathLst>
                  <a:path extrusionOk="0" fill="none" h="1" w="5856">
                    <a:moveTo>
                      <a:pt x="0" y="0"/>
                    </a:moveTo>
                    <a:lnTo>
                      <a:pt x="5856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4131104" y="2459427"/>
                <a:ext cx="300940" cy="25"/>
              </a:xfrm>
              <a:custGeom>
                <a:rect b="b" l="l" r="r" t="t"/>
                <a:pathLst>
                  <a:path extrusionOk="0" fill="none" h="1" w="5856">
                    <a:moveTo>
                      <a:pt x="0" y="0"/>
                    </a:moveTo>
                    <a:lnTo>
                      <a:pt x="5856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4131104" y="2488026"/>
                <a:ext cx="300940" cy="25"/>
              </a:xfrm>
              <a:custGeom>
                <a:rect b="b" l="l" r="r" t="t"/>
                <a:pathLst>
                  <a:path extrusionOk="0" fill="none" h="1" w="5856">
                    <a:moveTo>
                      <a:pt x="0" y="1"/>
                    </a:moveTo>
                    <a:lnTo>
                      <a:pt x="585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4131104" y="2516649"/>
                <a:ext cx="300940" cy="25"/>
              </a:xfrm>
              <a:custGeom>
                <a:rect b="b" l="l" r="r" t="t"/>
                <a:pathLst>
                  <a:path extrusionOk="0" fill="none" h="1" w="5856">
                    <a:moveTo>
                      <a:pt x="0" y="0"/>
                    </a:moveTo>
                    <a:lnTo>
                      <a:pt x="5856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4131104" y="2545247"/>
                <a:ext cx="300940" cy="25"/>
              </a:xfrm>
              <a:custGeom>
                <a:rect b="b" l="l" r="r" t="t"/>
                <a:pathLst>
                  <a:path extrusionOk="0" fill="none" h="1" w="5856">
                    <a:moveTo>
                      <a:pt x="0" y="1"/>
                    </a:moveTo>
                    <a:lnTo>
                      <a:pt x="585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4131100" y="2574175"/>
                <a:ext cx="146400" cy="25"/>
              </a:xfrm>
              <a:custGeom>
                <a:rect b="b" l="l" r="r" t="t"/>
                <a:pathLst>
                  <a:path extrusionOk="0" fill="none" h="1" w="5856">
                    <a:moveTo>
                      <a:pt x="0" y="1"/>
                    </a:moveTo>
                    <a:lnTo>
                      <a:pt x="585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4131100" y="2602800"/>
                <a:ext cx="146400" cy="25"/>
              </a:xfrm>
              <a:custGeom>
                <a:rect b="b" l="l" r="r" t="t"/>
                <a:pathLst>
                  <a:path extrusionOk="0" fill="none" h="1" w="5856">
                    <a:moveTo>
                      <a:pt x="0" y="0"/>
                    </a:moveTo>
                    <a:lnTo>
                      <a:pt x="5856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4131100" y="2631400"/>
                <a:ext cx="146400" cy="25"/>
              </a:xfrm>
              <a:custGeom>
                <a:rect b="b" l="l" r="r" t="t"/>
                <a:pathLst>
                  <a:path extrusionOk="0" fill="none" h="1" w="5856">
                    <a:moveTo>
                      <a:pt x="0" y="1"/>
                    </a:moveTo>
                    <a:lnTo>
                      <a:pt x="585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4131100" y="2660025"/>
                <a:ext cx="146400" cy="25"/>
              </a:xfrm>
              <a:custGeom>
                <a:rect b="b" l="l" r="r" t="t"/>
                <a:pathLst>
                  <a:path extrusionOk="0" fill="none" h="1" w="5856">
                    <a:moveTo>
                      <a:pt x="0" y="1"/>
                    </a:moveTo>
                    <a:lnTo>
                      <a:pt x="585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4131100" y="2688650"/>
                <a:ext cx="146400" cy="25"/>
              </a:xfrm>
              <a:custGeom>
                <a:rect b="b" l="l" r="r" t="t"/>
                <a:pathLst>
                  <a:path extrusionOk="0" fill="none" h="1" w="5856">
                    <a:moveTo>
                      <a:pt x="0" y="0"/>
                    </a:moveTo>
                    <a:lnTo>
                      <a:pt x="5856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3"/>
          <p:cNvGrpSpPr/>
          <p:nvPr/>
        </p:nvGrpSpPr>
        <p:grpSpPr>
          <a:xfrm>
            <a:off x="100500" y="-22387"/>
            <a:ext cx="9075517" cy="5188274"/>
            <a:chOff x="100500" y="-22387"/>
            <a:chExt cx="9075517" cy="5188274"/>
          </a:xfrm>
        </p:grpSpPr>
        <p:grpSp>
          <p:nvGrpSpPr>
            <p:cNvPr id="73" name="Google Shape;73;p3"/>
            <p:cNvGrpSpPr/>
            <p:nvPr/>
          </p:nvGrpSpPr>
          <p:grpSpPr>
            <a:xfrm>
              <a:off x="100500" y="100500"/>
              <a:ext cx="7824000" cy="4942500"/>
              <a:chOff x="100500" y="100500"/>
              <a:chExt cx="7824000" cy="4942500"/>
            </a:xfrm>
          </p:grpSpPr>
          <p:sp>
            <p:nvSpPr>
              <p:cNvPr id="74" name="Google Shape;74;p3"/>
              <p:cNvSpPr/>
              <p:nvPr/>
            </p:nvSpPr>
            <p:spPr>
              <a:xfrm>
                <a:off x="100500" y="100500"/>
                <a:ext cx="7824000" cy="4942500"/>
              </a:xfrm>
              <a:prstGeom prst="roundRect">
                <a:avLst>
                  <a:gd fmla="val 3114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5" name="Google Shape;75;p3"/>
              <p:cNvGrpSpPr/>
              <p:nvPr/>
            </p:nvGrpSpPr>
            <p:grpSpPr>
              <a:xfrm>
                <a:off x="201900" y="202050"/>
                <a:ext cx="7622100" cy="4739400"/>
                <a:chOff x="201900" y="202050"/>
                <a:chExt cx="7622100" cy="4739400"/>
              </a:xfrm>
            </p:grpSpPr>
            <p:sp>
              <p:nvSpPr>
                <p:cNvPr id="76" name="Google Shape;76;p3"/>
                <p:cNvSpPr/>
                <p:nvPr/>
              </p:nvSpPr>
              <p:spPr>
                <a:xfrm>
                  <a:off x="201900" y="202050"/>
                  <a:ext cx="7622100" cy="4739400"/>
                </a:xfrm>
                <a:prstGeom prst="roundRect">
                  <a:avLst>
                    <a:gd fmla="val 2399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" name="Google Shape;77;p3"/>
                <p:cNvSpPr/>
                <p:nvPr/>
              </p:nvSpPr>
              <p:spPr>
                <a:xfrm>
                  <a:off x="303000" y="302550"/>
                  <a:ext cx="7419900" cy="4538400"/>
                </a:xfrm>
                <a:prstGeom prst="roundRect">
                  <a:avLst>
                    <a:gd fmla="val 1202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" name="Google Shape;78;p3"/>
                <p:cNvSpPr/>
                <p:nvPr/>
              </p:nvSpPr>
              <p:spPr>
                <a:xfrm>
                  <a:off x="403500" y="403050"/>
                  <a:ext cx="7218900" cy="4337400"/>
                </a:xfrm>
                <a:prstGeom prst="roundRect">
                  <a:avLst>
                    <a:gd fmla="val 1202" name="adj"/>
                  </a:avLst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" name="Google Shape;79;p3"/>
                <p:cNvSpPr/>
                <p:nvPr/>
              </p:nvSpPr>
              <p:spPr>
                <a:xfrm>
                  <a:off x="403500" y="403050"/>
                  <a:ext cx="7218900" cy="100500"/>
                </a:xfrm>
                <a:prstGeom prst="round2SameRect">
                  <a:avLst>
                    <a:gd fmla="val 50000" name="adj1"/>
                    <a:gd fmla="val 0" name="adj2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80" name="Google Shape;80;p3"/>
            <p:cNvGrpSpPr/>
            <p:nvPr/>
          </p:nvGrpSpPr>
          <p:grpSpPr>
            <a:xfrm>
              <a:off x="8068746" y="-22387"/>
              <a:ext cx="1107271" cy="5188274"/>
              <a:chOff x="8068746" y="-22387"/>
              <a:chExt cx="1107271" cy="5188274"/>
            </a:xfrm>
          </p:grpSpPr>
          <p:grpSp>
            <p:nvGrpSpPr>
              <p:cNvPr id="81" name="Google Shape;81;p3"/>
              <p:cNvGrpSpPr/>
              <p:nvPr/>
            </p:nvGrpSpPr>
            <p:grpSpPr>
              <a:xfrm>
                <a:off x="8068746" y="-22387"/>
                <a:ext cx="1107271" cy="5188274"/>
                <a:chOff x="8068746" y="-22387"/>
                <a:chExt cx="1107271" cy="5188274"/>
              </a:xfrm>
            </p:grpSpPr>
            <p:grpSp>
              <p:nvGrpSpPr>
                <p:cNvPr id="82" name="Google Shape;82;p3"/>
                <p:cNvGrpSpPr/>
                <p:nvPr/>
              </p:nvGrpSpPr>
              <p:grpSpPr>
                <a:xfrm>
                  <a:off x="8467466" y="-22387"/>
                  <a:ext cx="708551" cy="5188274"/>
                  <a:chOff x="8467466" y="-22387"/>
                  <a:chExt cx="708551" cy="5188274"/>
                </a:xfrm>
              </p:grpSpPr>
              <p:grpSp>
                <p:nvGrpSpPr>
                  <p:cNvPr id="83" name="Google Shape;83;p3"/>
                  <p:cNvGrpSpPr/>
                  <p:nvPr/>
                </p:nvGrpSpPr>
                <p:grpSpPr>
                  <a:xfrm rot="10800000">
                    <a:off x="8467466" y="-22387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84" name="Google Shape;84;p3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5" name="Google Shape;85;p3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6" name="Google Shape;86;p3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7" name="Google Shape;87;p3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8" name="Google Shape;88;p3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" name="Google Shape;89;p3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0" name="Google Shape;90;p3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1" name="Google Shape;91;p3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2" name="Google Shape;92;p3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3" name="Google Shape;93;p3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4" name="Google Shape;94;p3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5" name="Google Shape;95;p3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6" name="Google Shape;96;p3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97" name="Google Shape;97;p3"/>
                  <p:cNvGrpSpPr/>
                  <p:nvPr/>
                </p:nvGrpSpPr>
                <p:grpSpPr>
                  <a:xfrm flipH="1">
                    <a:off x="8467466" y="3748199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98" name="Google Shape;98;p3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9" name="Google Shape;99;p3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0" name="Google Shape;100;p3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1" name="Google Shape;101;p3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2" name="Google Shape;102;p3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3" name="Google Shape;103;p3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4" name="Google Shape;104;p3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5" name="Google Shape;105;p3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6" name="Google Shape;106;p3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7" name="Google Shape;107;p3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8" name="Google Shape;108;p3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9" name="Google Shape;109;p3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0" name="Google Shape;110;p3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111" name="Google Shape;111;p3"/>
                <p:cNvGrpSpPr/>
                <p:nvPr/>
              </p:nvGrpSpPr>
              <p:grpSpPr>
                <a:xfrm>
                  <a:off x="8068746" y="422958"/>
                  <a:ext cx="521992" cy="776192"/>
                  <a:chOff x="4131100" y="2430800"/>
                  <a:chExt cx="300930" cy="257871"/>
                </a:xfrm>
              </p:grpSpPr>
              <p:sp>
                <p:nvSpPr>
                  <p:cNvPr id="112" name="Google Shape;112;p3"/>
                  <p:cNvSpPr/>
                  <p:nvPr/>
                </p:nvSpPr>
                <p:spPr>
                  <a:xfrm>
                    <a:off x="4131100" y="243080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>
                    <a:off x="4131100" y="24594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>
                    <a:off x="4131100" y="24880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" name="Google Shape;115;p3"/>
                  <p:cNvSpPr/>
                  <p:nvPr/>
                </p:nvSpPr>
                <p:spPr>
                  <a:xfrm>
                    <a:off x="4131100" y="25166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6" name="Google Shape;116;p3"/>
                  <p:cNvSpPr/>
                  <p:nvPr/>
                </p:nvSpPr>
                <p:spPr>
                  <a:xfrm>
                    <a:off x="4131100" y="25452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7" name="Google Shape;117;p3"/>
                  <p:cNvSpPr/>
                  <p:nvPr/>
                </p:nvSpPr>
                <p:spPr>
                  <a:xfrm>
                    <a:off x="4131104" y="2574178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" name="Google Shape;118;p3"/>
                  <p:cNvSpPr/>
                  <p:nvPr/>
                </p:nvSpPr>
                <p:spPr>
                  <a:xfrm>
                    <a:off x="4131104" y="2602801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" name="Google Shape;119;p3"/>
                  <p:cNvSpPr/>
                  <p:nvPr/>
                </p:nvSpPr>
                <p:spPr>
                  <a:xfrm>
                    <a:off x="4131104" y="2631399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0" name="Google Shape;120;p3"/>
                  <p:cNvSpPr/>
                  <p:nvPr/>
                </p:nvSpPr>
                <p:spPr>
                  <a:xfrm>
                    <a:off x="4131104" y="2660023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>
                    <a:off x="4131104" y="2688646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122" name="Google Shape;122;p3"/>
              <p:cNvGrpSpPr/>
              <p:nvPr/>
            </p:nvGrpSpPr>
            <p:grpSpPr>
              <a:xfrm>
                <a:off x="8068746" y="3944350"/>
                <a:ext cx="522018" cy="776192"/>
                <a:chOff x="4131100" y="2430804"/>
                <a:chExt cx="300944" cy="257871"/>
              </a:xfrm>
            </p:grpSpPr>
            <p:sp>
              <p:nvSpPr>
                <p:cNvPr id="123" name="Google Shape;123;p3"/>
                <p:cNvSpPr/>
                <p:nvPr/>
              </p:nvSpPr>
              <p:spPr>
                <a:xfrm>
                  <a:off x="4131104" y="2430804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" name="Google Shape;124;p3"/>
                <p:cNvSpPr/>
                <p:nvPr/>
              </p:nvSpPr>
              <p:spPr>
                <a:xfrm>
                  <a:off x="4131104" y="245942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" name="Google Shape;125;p3"/>
                <p:cNvSpPr/>
                <p:nvPr/>
              </p:nvSpPr>
              <p:spPr>
                <a:xfrm>
                  <a:off x="4131104" y="2488026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" name="Google Shape;126;p3"/>
                <p:cNvSpPr/>
                <p:nvPr/>
              </p:nvSpPr>
              <p:spPr>
                <a:xfrm>
                  <a:off x="4131104" y="2516649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" name="Google Shape;127;p3"/>
                <p:cNvSpPr/>
                <p:nvPr/>
              </p:nvSpPr>
              <p:spPr>
                <a:xfrm>
                  <a:off x="4131104" y="254524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" name="Google Shape;128;p3"/>
                <p:cNvSpPr/>
                <p:nvPr/>
              </p:nvSpPr>
              <p:spPr>
                <a:xfrm>
                  <a:off x="4131100" y="257417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" name="Google Shape;129;p3"/>
                <p:cNvSpPr/>
                <p:nvPr/>
              </p:nvSpPr>
              <p:spPr>
                <a:xfrm>
                  <a:off x="4131100" y="26028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" name="Google Shape;130;p3"/>
                <p:cNvSpPr/>
                <p:nvPr/>
              </p:nvSpPr>
              <p:spPr>
                <a:xfrm>
                  <a:off x="4131100" y="26314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" name="Google Shape;131;p3"/>
                <p:cNvSpPr/>
                <p:nvPr/>
              </p:nvSpPr>
              <p:spPr>
                <a:xfrm>
                  <a:off x="4131100" y="266002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" name="Google Shape;132;p3"/>
                <p:cNvSpPr/>
                <p:nvPr/>
              </p:nvSpPr>
              <p:spPr>
                <a:xfrm>
                  <a:off x="4131100" y="268865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33" name="Google Shape;133;p3"/>
          <p:cNvSpPr txBox="1"/>
          <p:nvPr>
            <p:ph type="title"/>
          </p:nvPr>
        </p:nvSpPr>
        <p:spPr>
          <a:xfrm>
            <a:off x="821529" y="2728275"/>
            <a:ext cx="5199300" cy="84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0"/>
              <a:buNone/>
              <a:defRPr sz="4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34" name="Google Shape;134;p3"/>
          <p:cNvSpPr txBox="1"/>
          <p:nvPr>
            <p:ph hasCustomPrompt="1" idx="2" type="title"/>
          </p:nvPr>
        </p:nvSpPr>
        <p:spPr>
          <a:xfrm>
            <a:off x="821528" y="1240418"/>
            <a:ext cx="1313100" cy="92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35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35" name="Google Shape;135;p3"/>
          <p:cNvSpPr txBox="1"/>
          <p:nvPr>
            <p:ph idx="1" type="subTitle"/>
          </p:nvPr>
        </p:nvSpPr>
        <p:spPr>
          <a:xfrm>
            <a:off x="821525" y="3715424"/>
            <a:ext cx="5199300" cy="4662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4"/>
          <p:cNvGrpSpPr/>
          <p:nvPr/>
        </p:nvGrpSpPr>
        <p:grpSpPr>
          <a:xfrm>
            <a:off x="100500" y="-22387"/>
            <a:ext cx="9075517" cy="5188274"/>
            <a:chOff x="100500" y="-22387"/>
            <a:chExt cx="9075517" cy="5188274"/>
          </a:xfrm>
        </p:grpSpPr>
        <p:grpSp>
          <p:nvGrpSpPr>
            <p:cNvPr id="138" name="Google Shape;138;p4"/>
            <p:cNvGrpSpPr/>
            <p:nvPr/>
          </p:nvGrpSpPr>
          <p:grpSpPr>
            <a:xfrm>
              <a:off x="100500" y="100500"/>
              <a:ext cx="7824000" cy="4942500"/>
              <a:chOff x="100500" y="100500"/>
              <a:chExt cx="7824000" cy="4942500"/>
            </a:xfrm>
          </p:grpSpPr>
          <p:sp>
            <p:nvSpPr>
              <p:cNvPr id="139" name="Google Shape;139;p4"/>
              <p:cNvSpPr/>
              <p:nvPr/>
            </p:nvSpPr>
            <p:spPr>
              <a:xfrm>
                <a:off x="100500" y="100500"/>
                <a:ext cx="7824000" cy="4942500"/>
              </a:xfrm>
              <a:prstGeom prst="roundRect">
                <a:avLst>
                  <a:gd fmla="val 3114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40" name="Google Shape;140;p4"/>
              <p:cNvGrpSpPr/>
              <p:nvPr/>
            </p:nvGrpSpPr>
            <p:grpSpPr>
              <a:xfrm>
                <a:off x="201900" y="202050"/>
                <a:ext cx="7622100" cy="4739400"/>
                <a:chOff x="201900" y="202050"/>
                <a:chExt cx="7622100" cy="4739400"/>
              </a:xfrm>
            </p:grpSpPr>
            <p:sp>
              <p:nvSpPr>
                <p:cNvPr id="141" name="Google Shape;141;p4"/>
                <p:cNvSpPr/>
                <p:nvPr/>
              </p:nvSpPr>
              <p:spPr>
                <a:xfrm>
                  <a:off x="201900" y="202050"/>
                  <a:ext cx="7622100" cy="4739400"/>
                </a:xfrm>
                <a:prstGeom prst="roundRect">
                  <a:avLst>
                    <a:gd fmla="val 2399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2" name="Google Shape;142;p4"/>
                <p:cNvSpPr/>
                <p:nvPr/>
              </p:nvSpPr>
              <p:spPr>
                <a:xfrm>
                  <a:off x="303000" y="302550"/>
                  <a:ext cx="7419900" cy="4538400"/>
                </a:xfrm>
                <a:prstGeom prst="roundRect">
                  <a:avLst>
                    <a:gd fmla="val 1202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3" name="Google Shape;143;p4"/>
                <p:cNvSpPr/>
                <p:nvPr/>
              </p:nvSpPr>
              <p:spPr>
                <a:xfrm>
                  <a:off x="403500" y="403050"/>
                  <a:ext cx="7218900" cy="4337400"/>
                </a:xfrm>
                <a:prstGeom prst="roundRect">
                  <a:avLst>
                    <a:gd fmla="val 1202" name="adj"/>
                  </a:avLst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" name="Google Shape;144;p4"/>
                <p:cNvSpPr/>
                <p:nvPr/>
              </p:nvSpPr>
              <p:spPr>
                <a:xfrm>
                  <a:off x="403500" y="403050"/>
                  <a:ext cx="7218900" cy="100500"/>
                </a:xfrm>
                <a:prstGeom prst="round2SameRect">
                  <a:avLst>
                    <a:gd fmla="val 50000" name="adj1"/>
                    <a:gd fmla="val 0" name="adj2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45" name="Google Shape;145;p4"/>
            <p:cNvGrpSpPr/>
            <p:nvPr/>
          </p:nvGrpSpPr>
          <p:grpSpPr>
            <a:xfrm>
              <a:off x="8068746" y="-22387"/>
              <a:ext cx="1107271" cy="5188274"/>
              <a:chOff x="8068746" y="-22387"/>
              <a:chExt cx="1107271" cy="5188274"/>
            </a:xfrm>
          </p:grpSpPr>
          <p:grpSp>
            <p:nvGrpSpPr>
              <p:cNvPr id="146" name="Google Shape;146;p4"/>
              <p:cNvGrpSpPr/>
              <p:nvPr/>
            </p:nvGrpSpPr>
            <p:grpSpPr>
              <a:xfrm>
                <a:off x="8068746" y="-22387"/>
                <a:ext cx="1107271" cy="5188274"/>
                <a:chOff x="8068746" y="-22387"/>
                <a:chExt cx="1107271" cy="5188274"/>
              </a:xfrm>
            </p:grpSpPr>
            <p:grpSp>
              <p:nvGrpSpPr>
                <p:cNvPr id="147" name="Google Shape;147;p4"/>
                <p:cNvGrpSpPr/>
                <p:nvPr/>
              </p:nvGrpSpPr>
              <p:grpSpPr>
                <a:xfrm>
                  <a:off x="8467466" y="-22387"/>
                  <a:ext cx="708551" cy="5188274"/>
                  <a:chOff x="8467466" y="-22387"/>
                  <a:chExt cx="708551" cy="5188274"/>
                </a:xfrm>
              </p:grpSpPr>
              <p:grpSp>
                <p:nvGrpSpPr>
                  <p:cNvPr id="148" name="Google Shape;148;p4"/>
                  <p:cNvGrpSpPr/>
                  <p:nvPr/>
                </p:nvGrpSpPr>
                <p:grpSpPr>
                  <a:xfrm rot="10800000">
                    <a:off x="8467466" y="-22387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149" name="Google Shape;149;p4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0" name="Google Shape;150;p4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1" name="Google Shape;151;p4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2" name="Google Shape;152;p4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3" name="Google Shape;153;p4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4" name="Google Shape;154;p4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5" name="Google Shape;155;p4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6" name="Google Shape;156;p4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7" name="Google Shape;157;p4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8" name="Google Shape;158;p4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9" name="Google Shape;159;p4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0" name="Google Shape;160;p4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1" name="Google Shape;161;p4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62" name="Google Shape;162;p4"/>
                  <p:cNvGrpSpPr/>
                  <p:nvPr/>
                </p:nvGrpSpPr>
                <p:grpSpPr>
                  <a:xfrm flipH="1">
                    <a:off x="8467466" y="3748199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163" name="Google Shape;163;p4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4" name="Google Shape;164;p4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5" name="Google Shape;165;p4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6" name="Google Shape;166;p4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7" name="Google Shape;167;p4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8" name="Google Shape;168;p4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9" name="Google Shape;169;p4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0" name="Google Shape;170;p4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1" name="Google Shape;171;p4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2" name="Google Shape;172;p4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3" name="Google Shape;173;p4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4" name="Google Shape;174;p4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5" name="Google Shape;175;p4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176" name="Google Shape;176;p4"/>
                <p:cNvGrpSpPr/>
                <p:nvPr/>
              </p:nvGrpSpPr>
              <p:grpSpPr>
                <a:xfrm>
                  <a:off x="8068746" y="422958"/>
                  <a:ext cx="521992" cy="776192"/>
                  <a:chOff x="4131100" y="2430800"/>
                  <a:chExt cx="300930" cy="257871"/>
                </a:xfrm>
              </p:grpSpPr>
              <p:sp>
                <p:nvSpPr>
                  <p:cNvPr id="177" name="Google Shape;177;p4"/>
                  <p:cNvSpPr/>
                  <p:nvPr/>
                </p:nvSpPr>
                <p:spPr>
                  <a:xfrm>
                    <a:off x="4131100" y="243080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8" name="Google Shape;178;p4"/>
                  <p:cNvSpPr/>
                  <p:nvPr/>
                </p:nvSpPr>
                <p:spPr>
                  <a:xfrm>
                    <a:off x="4131100" y="24594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9" name="Google Shape;179;p4"/>
                  <p:cNvSpPr/>
                  <p:nvPr/>
                </p:nvSpPr>
                <p:spPr>
                  <a:xfrm>
                    <a:off x="4131100" y="24880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0" name="Google Shape;180;p4"/>
                  <p:cNvSpPr/>
                  <p:nvPr/>
                </p:nvSpPr>
                <p:spPr>
                  <a:xfrm>
                    <a:off x="4131100" y="25166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1" name="Google Shape;181;p4"/>
                  <p:cNvSpPr/>
                  <p:nvPr/>
                </p:nvSpPr>
                <p:spPr>
                  <a:xfrm>
                    <a:off x="4131100" y="25452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2" name="Google Shape;182;p4"/>
                  <p:cNvSpPr/>
                  <p:nvPr/>
                </p:nvSpPr>
                <p:spPr>
                  <a:xfrm>
                    <a:off x="4131104" y="2574178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3" name="Google Shape;183;p4"/>
                  <p:cNvSpPr/>
                  <p:nvPr/>
                </p:nvSpPr>
                <p:spPr>
                  <a:xfrm>
                    <a:off x="4131104" y="2602801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4" name="Google Shape;184;p4"/>
                  <p:cNvSpPr/>
                  <p:nvPr/>
                </p:nvSpPr>
                <p:spPr>
                  <a:xfrm>
                    <a:off x="4131104" y="2631399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5" name="Google Shape;185;p4"/>
                  <p:cNvSpPr/>
                  <p:nvPr/>
                </p:nvSpPr>
                <p:spPr>
                  <a:xfrm>
                    <a:off x="4131104" y="2660023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6" name="Google Shape;186;p4"/>
                  <p:cNvSpPr/>
                  <p:nvPr/>
                </p:nvSpPr>
                <p:spPr>
                  <a:xfrm>
                    <a:off x="4131104" y="2688646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187" name="Google Shape;187;p4"/>
              <p:cNvGrpSpPr/>
              <p:nvPr/>
            </p:nvGrpSpPr>
            <p:grpSpPr>
              <a:xfrm>
                <a:off x="8068746" y="3944350"/>
                <a:ext cx="522018" cy="776192"/>
                <a:chOff x="4131100" y="2430804"/>
                <a:chExt cx="300944" cy="257871"/>
              </a:xfrm>
            </p:grpSpPr>
            <p:sp>
              <p:nvSpPr>
                <p:cNvPr id="188" name="Google Shape;188;p4"/>
                <p:cNvSpPr/>
                <p:nvPr/>
              </p:nvSpPr>
              <p:spPr>
                <a:xfrm>
                  <a:off x="4131104" y="2430804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" name="Google Shape;189;p4"/>
                <p:cNvSpPr/>
                <p:nvPr/>
              </p:nvSpPr>
              <p:spPr>
                <a:xfrm>
                  <a:off x="4131104" y="245942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" name="Google Shape;190;p4"/>
                <p:cNvSpPr/>
                <p:nvPr/>
              </p:nvSpPr>
              <p:spPr>
                <a:xfrm>
                  <a:off x="4131104" y="2488026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" name="Google Shape;191;p4"/>
                <p:cNvSpPr/>
                <p:nvPr/>
              </p:nvSpPr>
              <p:spPr>
                <a:xfrm>
                  <a:off x="4131104" y="2516649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" name="Google Shape;192;p4"/>
                <p:cNvSpPr/>
                <p:nvPr/>
              </p:nvSpPr>
              <p:spPr>
                <a:xfrm>
                  <a:off x="4131104" y="254524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" name="Google Shape;193;p4"/>
                <p:cNvSpPr/>
                <p:nvPr/>
              </p:nvSpPr>
              <p:spPr>
                <a:xfrm>
                  <a:off x="4131100" y="257417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4" name="Google Shape;194;p4"/>
                <p:cNvSpPr/>
                <p:nvPr/>
              </p:nvSpPr>
              <p:spPr>
                <a:xfrm>
                  <a:off x="4131100" y="26028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5" name="Google Shape;195;p4"/>
                <p:cNvSpPr/>
                <p:nvPr/>
              </p:nvSpPr>
              <p:spPr>
                <a:xfrm>
                  <a:off x="4131100" y="26314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" name="Google Shape;196;p4"/>
                <p:cNvSpPr/>
                <p:nvPr/>
              </p:nvSpPr>
              <p:spPr>
                <a:xfrm>
                  <a:off x="4131100" y="266002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" name="Google Shape;197;p4"/>
                <p:cNvSpPr/>
                <p:nvPr/>
              </p:nvSpPr>
              <p:spPr>
                <a:xfrm>
                  <a:off x="4131100" y="268865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98" name="Google Shape;198;p4"/>
          <p:cNvSpPr txBox="1"/>
          <p:nvPr>
            <p:ph type="title"/>
          </p:nvPr>
        </p:nvSpPr>
        <p:spPr>
          <a:xfrm>
            <a:off x="720000" y="778450"/>
            <a:ext cx="6569700" cy="818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9" name="Google Shape;199;p4"/>
          <p:cNvSpPr txBox="1"/>
          <p:nvPr>
            <p:ph idx="1" type="body"/>
          </p:nvPr>
        </p:nvSpPr>
        <p:spPr>
          <a:xfrm>
            <a:off x="720000" y="1828800"/>
            <a:ext cx="2236200" cy="27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Roboto Condensed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p5"/>
          <p:cNvGrpSpPr/>
          <p:nvPr/>
        </p:nvGrpSpPr>
        <p:grpSpPr>
          <a:xfrm>
            <a:off x="100500" y="-22387"/>
            <a:ext cx="9075517" cy="5188274"/>
            <a:chOff x="100500" y="-22387"/>
            <a:chExt cx="9075517" cy="5188274"/>
          </a:xfrm>
        </p:grpSpPr>
        <p:grpSp>
          <p:nvGrpSpPr>
            <p:cNvPr id="202" name="Google Shape;202;p5"/>
            <p:cNvGrpSpPr/>
            <p:nvPr/>
          </p:nvGrpSpPr>
          <p:grpSpPr>
            <a:xfrm>
              <a:off x="100500" y="100500"/>
              <a:ext cx="7824000" cy="4942500"/>
              <a:chOff x="100500" y="100500"/>
              <a:chExt cx="7824000" cy="4942500"/>
            </a:xfrm>
          </p:grpSpPr>
          <p:sp>
            <p:nvSpPr>
              <p:cNvPr id="203" name="Google Shape;203;p5"/>
              <p:cNvSpPr/>
              <p:nvPr/>
            </p:nvSpPr>
            <p:spPr>
              <a:xfrm>
                <a:off x="100500" y="100500"/>
                <a:ext cx="7824000" cy="4942500"/>
              </a:xfrm>
              <a:prstGeom prst="roundRect">
                <a:avLst>
                  <a:gd fmla="val 3114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04" name="Google Shape;204;p5"/>
              <p:cNvGrpSpPr/>
              <p:nvPr/>
            </p:nvGrpSpPr>
            <p:grpSpPr>
              <a:xfrm>
                <a:off x="201900" y="202050"/>
                <a:ext cx="7622100" cy="4739400"/>
                <a:chOff x="201900" y="202050"/>
                <a:chExt cx="7622100" cy="4739400"/>
              </a:xfrm>
            </p:grpSpPr>
            <p:sp>
              <p:nvSpPr>
                <p:cNvPr id="205" name="Google Shape;205;p5"/>
                <p:cNvSpPr/>
                <p:nvPr/>
              </p:nvSpPr>
              <p:spPr>
                <a:xfrm>
                  <a:off x="201900" y="202050"/>
                  <a:ext cx="7622100" cy="4739400"/>
                </a:xfrm>
                <a:prstGeom prst="roundRect">
                  <a:avLst>
                    <a:gd fmla="val 2399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" name="Google Shape;206;p5"/>
                <p:cNvSpPr/>
                <p:nvPr/>
              </p:nvSpPr>
              <p:spPr>
                <a:xfrm>
                  <a:off x="303000" y="302550"/>
                  <a:ext cx="7419900" cy="4538400"/>
                </a:xfrm>
                <a:prstGeom prst="roundRect">
                  <a:avLst>
                    <a:gd fmla="val 1202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" name="Google Shape;207;p5"/>
                <p:cNvSpPr/>
                <p:nvPr/>
              </p:nvSpPr>
              <p:spPr>
                <a:xfrm>
                  <a:off x="403500" y="403050"/>
                  <a:ext cx="7218900" cy="4337400"/>
                </a:xfrm>
                <a:prstGeom prst="roundRect">
                  <a:avLst>
                    <a:gd fmla="val 1202" name="adj"/>
                  </a:avLst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" name="Google Shape;208;p5"/>
                <p:cNvSpPr/>
                <p:nvPr/>
              </p:nvSpPr>
              <p:spPr>
                <a:xfrm>
                  <a:off x="403500" y="403050"/>
                  <a:ext cx="7218900" cy="100500"/>
                </a:xfrm>
                <a:prstGeom prst="round2SameRect">
                  <a:avLst>
                    <a:gd fmla="val 50000" name="adj1"/>
                    <a:gd fmla="val 0" name="adj2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09" name="Google Shape;209;p5"/>
            <p:cNvGrpSpPr/>
            <p:nvPr/>
          </p:nvGrpSpPr>
          <p:grpSpPr>
            <a:xfrm>
              <a:off x="8068746" y="-22387"/>
              <a:ext cx="1107271" cy="5188274"/>
              <a:chOff x="8068746" y="-22387"/>
              <a:chExt cx="1107271" cy="5188274"/>
            </a:xfrm>
          </p:grpSpPr>
          <p:grpSp>
            <p:nvGrpSpPr>
              <p:cNvPr id="210" name="Google Shape;210;p5"/>
              <p:cNvGrpSpPr/>
              <p:nvPr/>
            </p:nvGrpSpPr>
            <p:grpSpPr>
              <a:xfrm>
                <a:off x="8068746" y="-22387"/>
                <a:ext cx="1107271" cy="5188274"/>
                <a:chOff x="8068746" y="-22387"/>
                <a:chExt cx="1107271" cy="5188274"/>
              </a:xfrm>
            </p:grpSpPr>
            <p:grpSp>
              <p:nvGrpSpPr>
                <p:cNvPr id="211" name="Google Shape;211;p5"/>
                <p:cNvGrpSpPr/>
                <p:nvPr/>
              </p:nvGrpSpPr>
              <p:grpSpPr>
                <a:xfrm>
                  <a:off x="8467466" y="-22387"/>
                  <a:ext cx="708551" cy="5188274"/>
                  <a:chOff x="8467466" y="-22387"/>
                  <a:chExt cx="708551" cy="5188274"/>
                </a:xfrm>
              </p:grpSpPr>
              <p:grpSp>
                <p:nvGrpSpPr>
                  <p:cNvPr id="212" name="Google Shape;212;p5"/>
                  <p:cNvGrpSpPr/>
                  <p:nvPr/>
                </p:nvGrpSpPr>
                <p:grpSpPr>
                  <a:xfrm rot="10800000">
                    <a:off x="8467466" y="-22387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213" name="Google Shape;213;p5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14" name="Google Shape;214;p5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15" name="Google Shape;215;p5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16" name="Google Shape;216;p5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17" name="Google Shape;217;p5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18" name="Google Shape;218;p5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19" name="Google Shape;219;p5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20" name="Google Shape;220;p5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21" name="Google Shape;221;p5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22" name="Google Shape;222;p5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23" name="Google Shape;223;p5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24" name="Google Shape;224;p5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25" name="Google Shape;225;p5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226" name="Google Shape;226;p5"/>
                  <p:cNvGrpSpPr/>
                  <p:nvPr/>
                </p:nvGrpSpPr>
                <p:grpSpPr>
                  <a:xfrm flipH="1">
                    <a:off x="8467466" y="3748199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227" name="Google Shape;227;p5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28" name="Google Shape;228;p5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29" name="Google Shape;229;p5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30" name="Google Shape;230;p5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31" name="Google Shape;231;p5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32" name="Google Shape;232;p5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33" name="Google Shape;233;p5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34" name="Google Shape;234;p5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35" name="Google Shape;235;p5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36" name="Google Shape;236;p5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37" name="Google Shape;237;p5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38" name="Google Shape;238;p5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39" name="Google Shape;239;p5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240" name="Google Shape;240;p5"/>
                <p:cNvGrpSpPr/>
                <p:nvPr/>
              </p:nvGrpSpPr>
              <p:grpSpPr>
                <a:xfrm>
                  <a:off x="8068746" y="422958"/>
                  <a:ext cx="521992" cy="776192"/>
                  <a:chOff x="4131100" y="2430800"/>
                  <a:chExt cx="300930" cy="257871"/>
                </a:xfrm>
              </p:grpSpPr>
              <p:sp>
                <p:nvSpPr>
                  <p:cNvPr id="241" name="Google Shape;241;p5"/>
                  <p:cNvSpPr/>
                  <p:nvPr/>
                </p:nvSpPr>
                <p:spPr>
                  <a:xfrm>
                    <a:off x="4131100" y="243080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2" name="Google Shape;242;p5"/>
                  <p:cNvSpPr/>
                  <p:nvPr/>
                </p:nvSpPr>
                <p:spPr>
                  <a:xfrm>
                    <a:off x="4131100" y="24594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3" name="Google Shape;243;p5"/>
                  <p:cNvSpPr/>
                  <p:nvPr/>
                </p:nvSpPr>
                <p:spPr>
                  <a:xfrm>
                    <a:off x="4131100" y="24880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4" name="Google Shape;244;p5"/>
                  <p:cNvSpPr/>
                  <p:nvPr/>
                </p:nvSpPr>
                <p:spPr>
                  <a:xfrm>
                    <a:off x="4131100" y="25166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5" name="Google Shape;245;p5"/>
                  <p:cNvSpPr/>
                  <p:nvPr/>
                </p:nvSpPr>
                <p:spPr>
                  <a:xfrm>
                    <a:off x="4131100" y="25452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6" name="Google Shape;246;p5"/>
                  <p:cNvSpPr/>
                  <p:nvPr/>
                </p:nvSpPr>
                <p:spPr>
                  <a:xfrm>
                    <a:off x="4131104" y="2574178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7" name="Google Shape;247;p5"/>
                  <p:cNvSpPr/>
                  <p:nvPr/>
                </p:nvSpPr>
                <p:spPr>
                  <a:xfrm>
                    <a:off x="4131104" y="2602801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8" name="Google Shape;248;p5"/>
                  <p:cNvSpPr/>
                  <p:nvPr/>
                </p:nvSpPr>
                <p:spPr>
                  <a:xfrm>
                    <a:off x="4131104" y="2631399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9" name="Google Shape;249;p5"/>
                  <p:cNvSpPr/>
                  <p:nvPr/>
                </p:nvSpPr>
                <p:spPr>
                  <a:xfrm>
                    <a:off x="4131104" y="2660023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0" name="Google Shape;250;p5"/>
                  <p:cNvSpPr/>
                  <p:nvPr/>
                </p:nvSpPr>
                <p:spPr>
                  <a:xfrm>
                    <a:off x="4131104" y="2688646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251" name="Google Shape;251;p5"/>
              <p:cNvGrpSpPr/>
              <p:nvPr/>
            </p:nvGrpSpPr>
            <p:grpSpPr>
              <a:xfrm>
                <a:off x="8068746" y="3944350"/>
                <a:ext cx="522018" cy="776192"/>
                <a:chOff x="4131100" y="2430804"/>
                <a:chExt cx="300944" cy="257871"/>
              </a:xfrm>
            </p:grpSpPr>
            <p:sp>
              <p:nvSpPr>
                <p:cNvPr id="252" name="Google Shape;252;p5"/>
                <p:cNvSpPr/>
                <p:nvPr/>
              </p:nvSpPr>
              <p:spPr>
                <a:xfrm>
                  <a:off x="4131104" y="2430804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3" name="Google Shape;253;p5"/>
                <p:cNvSpPr/>
                <p:nvPr/>
              </p:nvSpPr>
              <p:spPr>
                <a:xfrm>
                  <a:off x="4131104" y="245942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4" name="Google Shape;254;p5"/>
                <p:cNvSpPr/>
                <p:nvPr/>
              </p:nvSpPr>
              <p:spPr>
                <a:xfrm>
                  <a:off x="4131104" y="2488026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5" name="Google Shape;255;p5"/>
                <p:cNvSpPr/>
                <p:nvPr/>
              </p:nvSpPr>
              <p:spPr>
                <a:xfrm>
                  <a:off x="4131104" y="2516649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6" name="Google Shape;256;p5"/>
                <p:cNvSpPr/>
                <p:nvPr/>
              </p:nvSpPr>
              <p:spPr>
                <a:xfrm>
                  <a:off x="4131104" y="254524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7" name="Google Shape;257;p5"/>
                <p:cNvSpPr/>
                <p:nvPr/>
              </p:nvSpPr>
              <p:spPr>
                <a:xfrm>
                  <a:off x="4131100" y="257417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8" name="Google Shape;258;p5"/>
                <p:cNvSpPr/>
                <p:nvPr/>
              </p:nvSpPr>
              <p:spPr>
                <a:xfrm>
                  <a:off x="4131100" y="26028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9" name="Google Shape;259;p5"/>
                <p:cNvSpPr/>
                <p:nvPr/>
              </p:nvSpPr>
              <p:spPr>
                <a:xfrm>
                  <a:off x="4131100" y="26314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0" name="Google Shape;260;p5"/>
                <p:cNvSpPr/>
                <p:nvPr/>
              </p:nvSpPr>
              <p:spPr>
                <a:xfrm>
                  <a:off x="4131100" y="266002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1" name="Google Shape;261;p5"/>
                <p:cNvSpPr/>
                <p:nvPr/>
              </p:nvSpPr>
              <p:spPr>
                <a:xfrm>
                  <a:off x="4131100" y="268865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262" name="Google Shape;262;p5"/>
          <p:cNvSpPr txBox="1"/>
          <p:nvPr>
            <p:ph idx="1" type="subTitle"/>
          </p:nvPr>
        </p:nvSpPr>
        <p:spPr>
          <a:xfrm>
            <a:off x="720100" y="1505900"/>
            <a:ext cx="29172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/>
        </p:txBody>
      </p:sp>
      <p:sp>
        <p:nvSpPr>
          <p:cNvPr id="263" name="Google Shape;263;p5"/>
          <p:cNvSpPr txBox="1"/>
          <p:nvPr>
            <p:ph idx="2" type="subTitle"/>
          </p:nvPr>
        </p:nvSpPr>
        <p:spPr>
          <a:xfrm>
            <a:off x="4372563" y="1505900"/>
            <a:ext cx="29172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/>
        </p:txBody>
      </p:sp>
      <p:sp>
        <p:nvSpPr>
          <p:cNvPr id="264" name="Google Shape;264;p5"/>
          <p:cNvSpPr txBox="1"/>
          <p:nvPr>
            <p:ph type="title"/>
          </p:nvPr>
        </p:nvSpPr>
        <p:spPr>
          <a:xfrm>
            <a:off x="720000" y="778450"/>
            <a:ext cx="6569700" cy="457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265" name="Google Shape;265;p5"/>
          <p:cNvSpPr txBox="1"/>
          <p:nvPr>
            <p:ph idx="3" type="body"/>
          </p:nvPr>
        </p:nvSpPr>
        <p:spPr>
          <a:xfrm>
            <a:off x="720100" y="2010001"/>
            <a:ext cx="2917200" cy="22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6" name="Google Shape;266;p5"/>
          <p:cNvSpPr txBox="1"/>
          <p:nvPr>
            <p:ph idx="4" type="body"/>
          </p:nvPr>
        </p:nvSpPr>
        <p:spPr>
          <a:xfrm>
            <a:off x="4372570" y="2010001"/>
            <a:ext cx="2917200" cy="22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oogle Shape;268;p6"/>
          <p:cNvGrpSpPr/>
          <p:nvPr/>
        </p:nvGrpSpPr>
        <p:grpSpPr>
          <a:xfrm>
            <a:off x="100500" y="-22387"/>
            <a:ext cx="9075517" cy="5188274"/>
            <a:chOff x="100500" y="-22387"/>
            <a:chExt cx="9075517" cy="5188274"/>
          </a:xfrm>
        </p:grpSpPr>
        <p:grpSp>
          <p:nvGrpSpPr>
            <p:cNvPr id="269" name="Google Shape;269;p6"/>
            <p:cNvGrpSpPr/>
            <p:nvPr/>
          </p:nvGrpSpPr>
          <p:grpSpPr>
            <a:xfrm>
              <a:off x="100500" y="100500"/>
              <a:ext cx="7824000" cy="4942500"/>
              <a:chOff x="100500" y="100500"/>
              <a:chExt cx="7824000" cy="4942500"/>
            </a:xfrm>
          </p:grpSpPr>
          <p:sp>
            <p:nvSpPr>
              <p:cNvPr id="270" name="Google Shape;270;p6"/>
              <p:cNvSpPr/>
              <p:nvPr/>
            </p:nvSpPr>
            <p:spPr>
              <a:xfrm>
                <a:off x="100500" y="100500"/>
                <a:ext cx="7824000" cy="4942500"/>
              </a:xfrm>
              <a:prstGeom prst="roundRect">
                <a:avLst>
                  <a:gd fmla="val 3114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71" name="Google Shape;271;p6"/>
              <p:cNvGrpSpPr/>
              <p:nvPr/>
            </p:nvGrpSpPr>
            <p:grpSpPr>
              <a:xfrm>
                <a:off x="201900" y="202050"/>
                <a:ext cx="7622100" cy="4739400"/>
                <a:chOff x="201900" y="202050"/>
                <a:chExt cx="7622100" cy="4739400"/>
              </a:xfrm>
            </p:grpSpPr>
            <p:sp>
              <p:nvSpPr>
                <p:cNvPr id="272" name="Google Shape;272;p6"/>
                <p:cNvSpPr/>
                <p:nvPr/>
              </p:nvSpPr>
              <p:spPr>
                <a:xfrm>
                  <a:off x="201900" y="202050"/>
                  <a:ext cx="7622100" cy="4739400"/>
                </a:xfrm>
                <a:prstGeom prst="roundRect">
                  <a:avLst>
                    <a:gd fmla="val 2399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3" name="Google Shape;273;p6"/>
                <p:cNvSpPr/>
                <p:nvPr/>
              </p:nvSpPr>
              <p:spPr>
                <a:xfrm>
                  <a:off x="303000" y="302550"/>
                  <a:ext cx="7419900" cy="4538400"/>
                </a:xfrm>
                <a:prstGeom prst="roundRect">
                  <a:avLst>
                    <a:gd fmla="val 1202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4" name="Google Shape;274;p6"/>
                <p:cNvSpPr/>
                <p:nvPr/>
              </p:nvSpPr>
              <p:spPr>
                <a:xfrm>
                  <a:off x="403500" y="403050"/>
                  <a:ext cx="7218900" cy="4337400"/>
                </a:xfrm>
                <a:prstGeom prst="roundRect">
                  <a:avLst>
                    <a:gd fmla="val 1202" name="adj"/>
                  </a:avLst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5" name="Google Shape;275;p6"/>
                <p:cNvSpPr/>
                <p:nvPr/>
              </p:nvSpPr>
              <p:spPr>
                <a:xfrm>
                  <a:off x="403500" y="403050"/>
                  <a:ext cx="7218900" cy="100500"/>
                </a:xfrm>
                <a:prstGeom prst="round2SameRect">
                  <a:avLst>
                    <a:gd fmla="val 50000" name="adj1"/>
                    <a:gd fmla="val 0" name="adj2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76" name="Google Shape;276;p6"/>
            <p:cNvGrpSpPr/>
            <p:nvPr/>
          </p:nvGrpSpPr>
          <p:grpSpPr>
            <a:xfrm>
              <a:off x="8068746" y="-22387"/>
              <a:ext cx="1107271" cy="5188274"/>
              <a:chOff x="8068746" y="-22387"/>
              <a:chExt cx="1107271" cy="5188274"/>
            </a:xfrm>
          </p:grpSpPr>
          <p:grpSp>
            <p:nvGrpSpPr>
              <p:cNvPr id="277" name="Google Shape;277;p6"/>
              <p:cNvGrpSpPr/>
              <p:nvPr/>
            </p:nvGrpSpPr>
            <p:grpSpPr>
              <a:xfrm>
                <a:off x="8068746" y="-22387"/>
                <a:ext cx="1107271" cy="5188274"/>
                <a:chOff x="8068746" y="-22387"/>
                <a:chExt cx="1107271" cy="5188274"/>
              </a:xfrm>
            </p:grpSpPr>
            <p:grpSp>
              <p:nvGrpSpPr>
                <p:cNvPr id="278" name="Google Shape;278;p6"/>
                <p:cNvGrpSpPr/>
                <p:nvPr/>
              </p:nvGrpSpPr>
              <p:grpSpPr>
                <a:xfrm>
                  <a:off x="8467466" y="-22387"/>
                  <a:ext cx="708551" cy="5188274"/>
                  <a:chOff x="8467466" y="-22387"/>
                  <a:chExt cx="708551" cy="5188274"/>
                </a:xfrm>
              </p:grpSpPr>
              <p:grpSp>
                <p:nvGrpSpPr>
                  <p:cNvPr id="279" name="Google Shape;279;p6"/>
                  <p:cNvGrpSpPr/>
                  <p:nvPr/>
                </p:nvGrpSpPr>
                <p:grpSpPr>
                  <a:xfrm rot="10800000">
                    <a:off x="8467466" y="-22387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280" name="Google Shape;280;p6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81" name="Google Shape;281;p6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82" name="Google Shape;282;p6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83" name="Google Shape;283;p6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84" name="Google Shape;284;p6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85" name="Google Shape;285;p6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86" name="Google Shape;286;p6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87" name="Google Shape;287;p6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88" name="Google Shape;288;p6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89" name="Google Shape;289;p6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90" name="Google Shape;290;p6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91" name="Google Shape;291;p6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92" name="Google Shape;292;p6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293" name="Google Shape;293;p6"/>
                  <p:cNvGrpSpPr/>
                  <p:nvPr/>
                </p:nvGrpSpPr>
                <p:grpSpPr>
                  <a:xfrm flipH="1">
                    <a:off x="8467466" y="3748199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294" name="Google Shape;294;p6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95" name="Google Shape;295;p6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96" name="Google Shape;296;p6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97" name="Google Shape;297;p6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98" name="Google Shape;298;p6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99" name="Google Shape;299;p6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00" name="Google Shape;300;p6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01" name="Google Shape;301;p6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02" name="Google Shape;302;p6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03" name="Google Shape;303;p6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04" name="Google Shape;304;p6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05" name="Google Shape;305;p6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06" name="Google Shape;306;p6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307" name="Google Shape;307;p6"/>
                <p:cNvGrpSpPr/>
                <p:nvPr/>
              </p:nvGrpSpPr>
              <p:grpSpPr>
                <a:xfrm>
                  <a:off x="8068746" y="422958"/>
                  <a:ext cx="521992" cy="776192"/>
                  <a:chOff x="4131100" y="2430800"/>
                  <a:chExt cx="300930" cy="257871"/>
                </a:xfrm>
              </p:grpSpPr>
              <p:sp>
                <p:nvSpPr>
                  <p:cNvPr id="308" name="Google Shape;308;p6"/>
                  <p:cNvSpPr/>
                  <p:nvPr/>
                </p:nvSpPr>
                <p:spPr>
                  <a:xfrm>
                    <a:off x="4131100" y="243080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9" name="Google Shape;309;p6"/>
                  <p:cNvSpPr/>
                  <p:nvPr/>
                </p:nvSpPr>
                <p:spPr>
                  <a:xfrm>
                    <a:off x="4131100" y="24594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0" name="Google Shape;310;p6"/>
                  <p:cNvSpPr/>
                  <p:nvPr/>
                </p:nvSpPr>
                <p:spPr>
                  <a:xfrm>
                    <a:off x="4131100" y="24880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1" name="Google Shape;311;p6"/>
                  <p:cNvSpPr/>
                  <p:nvPr/>
                </p:nvSpPr>
                <p:spPr>
                  <a:xfrm>
                    <a:off x="4131100" y="25166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2" name="Google Shape;312;p6"/>
                  <p:cNvSpPr/>
                  <p:nvPr/>
                </p:nvSpPr>
                <p:spPr>
                  <a:xfrm>
                    <a:off x="4131100" y="25452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3" name="Google Shape;313;p6"/>
                  <p:cNvSpPr/>
                  <p:nvPr/>
                </p:nvSpPr>
                <p:spPr>
                  <a:xfrm>
                    <a:off x="4131104" y="2574178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4" name="Google Shape;314;p6"/>
                  <p:cNvSpPr/>
                  <p:nvPr/>
                </p:nvSpPr>
                <p:spPr>
                  <a:xfrm>
                    <a:off x="4131104" y="2602801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5" name="Google Shape;315;p6"/>
                  <p:cNvSpPr/>
                  <p:nvPr/>
                </p:nvSpPr>
                <p:spPr>
                  <a:xfrm>
                    <a:off x="4131104" y="2631399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6" name="Google Shape;316;p6"/>
                  <p:cNvSpPr/>
                  <p:nvPr/>
                </p:nvSpPr>
                <p:spPr>
                  <a:xfrm>
                    <a:off x="4131104" y="2660023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7" name="Google Shape;317;p6"/>
                  <p:cNvSpPr/>
                  <p:nvPr/>
                </p:nvSpPr>
                <p:spPr>
                  <a:xfrm>
                    <a:off x="4131104" y="2688646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318" name="Google Shape;318;p6"/>
              <p:cNvGrpSpPr/>
              <p:nvPr/>
            </p:nvGrpSpPr>
            <p:grpSpPr>
              <a:xfrm>
                <a:off x="8068746" y="3944350"/>
                <a:ext cx="522018" cy="776192"/>
                <a:chOff x="4131100" y="2430804"/>
                <a:chExt cx="300944" cy="257871"/>
              </a:xfrm>
            </p:grpSpPr>
            <p:sp>
              <p:nvSpPr>
                <p:cNvPr id="319" name="Google Shape;319;p6"/>
                <p:cNvSpPr/>
                <p:nvPr/>
              </p:nvSpPr>
              <p:spPr>
                <a:xfrm>
                  <a:off x="4131104" y="2430804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0" name="Google Shape;320;p6"/>
                <p:cNvSpPr/>
                <p:nvPr/>
              </p:nvSpPr>
              <p:spPr>
                <a:xfrm>
                  <a:off x="4131104" y="245942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" name="Google Shape;321;p6"/>
                <p:cNvSpPr/>
                <p:nvPr/>
              </p:nvSpPr>
              <p:spPr>
                <a:xfrm>
                  <a:off x="4131104" y="2488026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" name="Google Shape;322;p6"/>
                <p:cNvSpPr/>
                <p:nvPr/>
              </p:nvSpPr>
              <p:spPr>
                <a:xfrm>
                  <a:off x="4131104" y="2516649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" name="Google Shape;323;p6"/>
                <p:cNvSpPr/>
                <p:nvPr/>
              </p:nvSpPr>
              <p:spPr>
                <a:xfrm>
                  <a:off x="4131104" y="254524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" name="Google Shape;324;p6"/>
                <p:cNvSpPr/>
                <p:nvPr/>
              </p:nvSpPr>
              <p:spPr>
                <a:xfrm>
                  <a:off x="4131100" y="257417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" name="Google Shape;325;p6"/>
                <p:cNvSpPr/>
                <p:nvPr/>
              </p:nvSpPr>
              <p:spPr>
                <a:xfrm>
                  <a:off x="4131100" y="26028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6" name="Google Shape;326;p6"/>
                <p:cNvSpPr/>
                <p:nvPr/>
              </p:nvSpPr>
              <p:spPr>
                <a:xfrm>
                  <a:off x="4131100" y="26314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7" name="Google Shape;327;p6"/>
                <p:cNvSpPr/>
                <p:nvPr/>
              </p:nvSpPr>
              <p:spPr>
                <a:xfrm>
                  <a:off x="4131100" y="266002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8" name="Google Shape;328;p6"/>
                <p:cNvSpPr/>
                <p:nvPr/>
              </p:nvSpPr>
              <p:spPr>
                <a:xfrm>
                  <a:off x="4131100" y="268865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329" name="Google Shape;329;p6"/>
          <p:cNvSpPr txBox="1"/>
          <p:nvPr>
            <p:ph type="title"/>
          </p:nvPr>
        </p:nvSpPr>
        <p:spPr>
          <a:xfrm>
            <a:off x="720000" y="778450"/>
            <a:ext cx="4896600" cy="818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1" name="Google Shape;331;p7"/>
          <p:cNvGrpSpPr/>
          <p:nvPr/>
        </p:nvGrpSpPr>
        <p:grpSpPr>
          <a:xfrm>
            <a:off x="100500" y="-22387"/>
            <a:ext cx="9075517" cy="5188274"/>
            <a:chOff x="100500" y="-22387"/>
            <a:chExt cx="9075517" cy="5188274"/>
          </a:xfrm>
        </p:grpSpPr>
        <p:grpSp>
          <p:nvGrpSpPr>
            <p:cNvPr id="332" name="Google Shape;332;p7"/>
            <p:cNvGrpSpPr/>
            <p:nvPr/>
          </p:nvGrpSpPr>
          <p:grpSpPr>
            <a:xfrm>
              <a:off x="100500" y="100500"/>
              <a:ext cx="7824000" cy="4942500"/>
              <a:chOff x="100500" y="100500"/>
              <a:chExt cx="7824000" cy="4942500"/>
            </a:xfrm>
          </p:grpSpPr>
          <p:sp>
            <p:nvSpPr>
              <p:cNvPr id="333" name="Google Shape;333;p7"/>
              <p:cNvSpPr/>
              <p:nvPr/>
            </p:nvSpPr>
            <p:spPr>
              <a:xfrm>
                <a:off x="100500" y="100500"/>
                <a:ext cx="7824000" cy="4942500"/>
              </a:xfrm>
              <a:prstGeom prst="roundRect">
                <a:avLst>
                  <a:gd fmla="val 3114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34" name="Google Shape;334;p7"/>
              <p:cNvGrpSpPr/>
              <p:nvPr/>
            </p:nvGrpSpPr>
            <p:grpSpPr>
              <a:xfrm>
                <a:off x="201900" y="202050"/>
                <a:ext cx="7622100" cy="4739400"/>
                <a:chOff x="201900" y="202050"/>
                <a:chExt cx="7622100" cy="4739400"/>
              </a:xfrm>
            </p:grpSpPr>
            <p:sp>
              <p:nvSpPr>
                <p:cNvPr id="335" name="Google Shape;335;p7"/>
                <p:cNvSpPr/>
                <p:nvPr/>
              </p:nvSpPr>
              <p:spPr>
                <a:xfrm>
                  <a:off x="201900" y="202050"/>
                  <a:ext cx="7622100" cy="4739400"/>
                </a:xfrm>
                <a:prstGeom prst="roundRect">
                  <a:avLst>
                    <a:gd fmla="val 2399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6" name="Google Shape;336;p7"/>
                <p:cNvSpPr/>
                <p:nvPr/>
              </p:nvSpPr>
              <p:spPr>
                <a:xfrm>
                  <a:off x="303000" y="302550"/>
                  <a:ext cx="7419900" cy="4538400"/>
                </a:xfrm>
                <a:prstGeom prst="roundRect">
                  <a:avLst>
                    <a:gd fmla="val 1202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" name="Google Shape;337;p7"/>
                <p:cNvSpPr/>
                <p:nvPr/>
              </p:nvSpPr>
              <p:spPr>
                <a:xfrm>
                  <a:off x="403500" y="403050"/>
                  <a:ext cx="7218900" cy="4337400"/>
                </a:xfrm>
                <a:prstGeom prst="roundRect">
                  <a:avLst>
                    <a:gd fmla="val 1202" name="adj"/>
                  </a:avLst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8" name="Google Shape;338;p7"/>
                <p:cNvSpPr/>
                <p:nvPr/>
              </p:nvSpPr>
              <p:spPr>
                <a:xfrm>
                  <a:off x="403500" y="403050"/>
                  <a:ext cx="7218900" cy="100500"/>
                </a:xfrm>
                <a:prstGeom prst="round2SameRect">
                  <a:avLst>
                    <a:gd fmla="val 50000" name="adj1"/>
                    <a:gd fmla="val 0" name="adj2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39" name="Google Shape;339;p7"/>
            <p:cNvGrpSpPr/>
            <p:nvPr/>
          </p:nvGrpSpPr>
          <p:grpSpPr>
            <a:xfrm>
              <a:off x="8068746" y="-22387"/>
              <a:ext cx="1107271" cy="5188274"/>
              <a:chOff x="8068746" y="-22387"/>
              <a:chExt cx="1107271" cy="5188274"/>
            </a:xfrm>
          </p:grpSpPr>
          <p:grpSp>
            <p:nvGrpSpPr>
              <p:cNvPr id="340" name="Google Shape;340;p7"/>
              <p:cNvGrpSpPr/>
              <p:nvPr/>
            </p:nvGrpSpPr>
            <p:grpSpPr>
              <a:xfrm>
                <a:off x="8068746" y="-22387"/>
                <a:ext cx="1107271" cy="5188274"/>
                <a:chOff x="8068746" y="-22387"/>
                <a:chExt cx="1107271" cy="5188274"/>
              </a:xfrm>
            </p:grpSpPr>
            <p:grpSp>
              <p:nvGrpSpPr>
                <p:cNvPr id="341" name="Google Shape;341;p7"/>
                <p:cNvGrpSpPr/>
                <p:nvPr/>
              </p:nvGrpSpPr>
              <p:grpSpPr>
                <a:xfrm>
                  <a:off x="8467466" y="-22387"/>
                  <a:ext cx="708551" cy="5188274"/>
                  <a:chOff x="8467466" y="-22387"/>
                  <a:chExt cx="708551" cy="5188274"/>
                </a:xfrm>
              </p:grpSpPr>
              <p:grpSp>
                <p:nvGrpSpPr>
                  <p:cNvPr id="342" name="Google Shape;342;p7"/>
                  <p:cNvGrpSpPr/>
                  <p:nvPr/>
                </p:nvGrpSpPr>
                <p:grpSpPr>
                  <a:xfrm rot="10800000">
                    <a:off x="8467466" y="-22387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343" name="Google Shape;343;p7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44" name="Google Shape;344;p7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45" name="Google Shape;345;p7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46" name="Google Shape;346;p7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47" name="Google Shape;347;p7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48" name="Google Shape;348;p7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49" name="Google Shape;349;p7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50" name="Google Shape;350;p7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51" name="Google Shape;351;p7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52" name="Google Shape;352;p7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53" name="Google Shape;353;p7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54" name="Google Shape;354;p7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55" name="Google Shape;355;p7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356" name="Google Shape;356;p7"/>
                  <p:cNvGrpSpPr/>
                  <p:nvPr/>
                </p:nvGrpSpPr>
                <p:grpSpPr>
                  <a:xfrm flipH="1">
                    <a:off x="8467466" y="3748199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357" name="Google Shape;357;p7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58" name="Google Shape;358;p7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59" name="Google Shape;359;p7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60" name="Google Shape;360;p7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61" name="Google Shape;361;p7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62" name="Google Shape;362;p7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63" name="Google Shape;363;p7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64" name="Google Shape;364;p7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65" name="Google Shape;365;p7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66" name="Google Shape;366;p7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67" name="Google Shape;367;p7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68" name="Google Shape;368;p7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69" name="Google Shape;369;p7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370" name="Google Shape;370;p7"/>
                <p:cNvGrpSpPr/>
                <p:nvPr/>
              </p:nvGrpSpPr>
              <p:grpSpPr>
                <a:xfrm>
                  <a:off x="8068746" y="422958"/>
                  <a:ext cx="521992" cy="776192"/>
                  <a:chOff x="4131100" y="2430800"/>
                  <a:chExt cx="300930" cy="257871"/>
                </a:xfrm>
              </p:grpSpPr>
              <p:sp>
                <p:nvSpPr>
                  <p:cNvPr id="371" name="Google Shape;371;p7"/>
                  <p:cNvSpPr/>
                  <p:nvPr/>
                </p:nvSpPr>
                <p:spPr>
                  <a:xfrm>
                    <a:off x="4131100" y="243080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72" name="Google Shape;372;p7"/>
                  <p:cNvSpPr/>
                  <p:nvPr/>
                </p:nvSpPr>
                <p:spPr>
                  <a:xfrm>
                    <a:off x="4131100" y="24594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73" name="Google Shape;373;p7"/>
                  <p:cNvSpPr/>
                  <p:nvPr/>
                </p:nvSpPr>
                <p:spPr>
                  <a:xfrm>
                    <a:off x="4131100" y="24880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74" name="Google Shape;374;p7"/>
                  <p:cNvSpPr/>
                  <p:nvPr/>
                </p:nvSpPr>
                <p:spPr>
                  <a:xfrm>
                    <a:off x="4131100" y="25166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75" name="Google Shape;375;p7"/>
                  <p:cNvSpPr/>
                  <p:nvPr/>
                </p:nvSpPr>
                <p:spPr>
                  <a:xfrm>
                    <a:off x="4131100" y="25452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76" name="Google Shape;376;p7"/>
                  <p:cNvSpPr/>
                  <p:nvPr/>
                </p:nvSpPr>
                <p:spPr>
                  <a:xfrm>
                    <a:off x="4131104" y="2574178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77" name="Google Shape;377;p7"/>
                  <p:cNvSpPr/>
                  <p:nvPr/>
                </p:nvSpPr>
                <p:spPr>
                  <a:xfrm>
                    <a:off x="4131104" y="2602801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78" name="Google Shape;378;p7"/>
                  <p:cNvSpPr/>
                  <p:nvPr/>
                </p:nvSpPr>
                <p:spPr>
                  <a:xfrm>
                    <a:off x="4131104" y="2631399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79" name="Google Shape;379;p7"/>
                  <p:cNvSpPr/>
                  <p:nvPr/>
                </p:nvSpPr>
                <p:spPr>
                  <a:xfrm>
                    <a:off x="4131104" y="2660023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0" name="Google Shape;380;p7"/>
                  <p:cNvSpPr/>
                  <p:nvPr/>
                </p:nvSpPr>
                <p:spPr>
                  <a:xfrm>
                    <a:off x="4131104" y="2688646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381" name="Google Shape;381;p7"/>
              <p:cNvGrpSpPr/>
              <p:nvPr/>
            </p:nvGrpSpPr>
            <p:grpSpPr>
              <a:xfrm>
                <a:off x="8068746" y="3944350"/>
                <a:ext cx="522018" cy="776192"/>
                <a:chOff x="4131100" y="2430804"/>
                <a:chExt cx="300944" cy="257871"/>
              </a:xfrm>
            </p:grpSpPr>
            <p:sp>
              <p:nvSpPr>
                <p:cNvPr id="382" name="Google Shape;382;p7"/>
                <p:cNvSpPr/>
                <p:nvPr/>
              </p:nvSpPr>
              <p:spPr>
                <a:xfrm>
                  <a:off x="4131104" y="2430804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3" name="Google Shape;383;p7"/>
                <p:cNvSpPr/>
                <p:nvPr/>
              </p:nvSpPr>
              <p:spPr>
                <a:xfrm>
                  <a:off x="4131104" y="245942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4" name="Google Shape;384;p7"/>
                <p:cNvSpPr/>
                <p:nvPr/>
              </p:nvSpPr>
              <p:spPr>
                <a:xfrm>
                  <a:off x="4131104" y="2488026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5" name="Google Shape;385;p7"/>
                <p:cNvSpPr/>
                <p:nvPr/>
              </p:nvSpPr>
              <p:spPr>
                <a:xfrm>
                  <a:off x="4131104" y="2516649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6" name="Google Shape;386;p7"/>
                <p:cNvSpPr/>
                <p:nvPr/>
              </p:nvSpPr>
              <p:spPr>
                <a:xfrm>
                  <a:off x="4131104" y="254524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7" name="Google Shape;387;p7"/>
                <p:cNvSpPr/>
                <p:nvPr/>
              </p:nvSpPr>
              <p:spPr>
                <a:xfrm>
                  <a:off x="4131100" y="257417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" name="Google Shape;388;p7"/>
                <p:cNvSpPr/>
                <p:nvPr/>
              </p:nvSpPr>
              <p:spPr>
                <a:xfrm>
                  <a:off x="4131100" y="26028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9" name="Google Shape;389;p7"/>
                <p:cNvSpPr/>
                <p:nvPr/>
              </p:nvSpPr>
              <p:spPr>
                <a:xfrm>
                  <a:off x="4131100" y="26314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0" name="Google Shape;390;p7"/>
                <p:cNvSpPr/>
                <p:nvPr/>
              </p:nvSpPr>
              <p:spPr>
                <a:xfrm>
                  <a:off x="4131100" y="266002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1" name="Google Shape;391;p7"/>
                <p:cNvSpPr/>
                <p:nvPr/>
              </p:nvSpPr>
              <p:spPr>
                <a:xfrm>
                  <a:off x="4131100" y="268865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392" name="Google Shape;392;p7"/>
          <p:cNvSpPr txBox="1"/>
          <p:nvPr>
            <p:ph idx="1" type="subTitle"/>
          </p:nvPr>
        </p:nvSpPr>
        <p:spPr>
          <a:xfrm>
            <a:off x="825075" y="2577228"/>
            <a:ext cx="2815200" cy="105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93" name="Google Shape;393;p7"/>
          <p:cNvSpPr txBox="1"/>
          <p:nvPr>
            <p:ph type="title"/>
          </p:nvPr>
        </p:nvSpPr>
        <p:spPr>
          <a:xfrm>
            <a:off x="825075" y="1587099"/>
            <a:ext cx="2815200" cy="97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5" name="Google Shape;395;p8"/>
          <p:cNvGrpSpPr/>
          <p:nvPr/>
        </p:nvGrpSpPr>
        <p:grpSpPr>
          <a:xfrm>
            <a:off x="100500" y="-22387"/>
            <a:ext cx="9075517" cy="5188274"/>
            <a:chOff x="100500" y="-22387"/>
            <a:chExt cx="9075517" cy="5188274"/>
          </a:xfrm>
        </p:grpSpPr>
        <p:grpSp>
          <p:nvGrpSpPr>
            <p:cNvPr id="396" name="Google Shape;396;p8"/>
            <p:cNvGrpSpPr/>
            <p:nvPr/>
          </p:nvGrpSpPr>
          <p:grpSpPr>
            <a:xfrm>
              <a:off x="100500" y="100500"/>
              <a:ext cx="7824000" cy="4942500"/>
              <a:chOff x="100500" y="100500"/>
              <a:chExt cx="7824000" cy="4942500"/>
            </a:xfrm>
          </p:grpSpPr>
          <p:sp>
            <p:nvSpPr>
              <p:cNvPr id="397" name="Google Shape;397;p8"/>
              <p:cNvSpPr/>
              <p:nvPr/>
            </p:nvSpPr>
            <p:spPr>
              <a:xfrm>
                <a:off x="100500" y="100500"/>
                <a:ext cx="7824000" cy="4942500"/>
              </a:xfrm>
              <a:prstGeom prst="roundRect">
                <a:avLst>
                  <a:gd fmla="val 3114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98" name="Google Shape;398;p8"/>
              <p:cNvGrpSpPr/>
              <p:nvPr/>
            </p:nvGrpSpPr>
            <p:grpSpPr>
              <a:xfrm>
                <a:off x="201900" y="202050"/>
                <a:ext cx="7622100" cy="4739400"/>
                <a:chOff x="201900" y="202050"/>
                <a:chExt cx="7622100" cy="4739400"/>
              </a:xfrm>
            </p:grpSpPr>
            <p:sp>
              <p:nvSpPr>
                <p:cNvPr id="399" name="Google Shape;399;p8"/>
                <p:cNvSpPr/>
                <p:nvPr/>
              </p:nvSpPr>
              <p:spPr>
                <a:xfrm>
                  <a:off x="201900" y="202050"/>
                  <a:ext cx="7622100" cy="4739400"/>
                </a:xfrm>
                <a:prstGeom prst="roundRect">
                  <a:avLst>
                    <a:gd fmla="val 2399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0" name="Google Shape;400;p8"/>
                <p:cNvSpPr/>
                <p:nvPr/>
              </p:nvSpPr>
              <p:spPr>
                <a:xfrm>
                  <a:off x="303000" y="302550"/>
                  <a:ext cx="7419900" cy="4538400"/>
                </a:xfrm>
                <a:prstGeom prst="roundRect">
                  <a:avLst>
                    <a:gd fmla="val 1202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1" name="Google Shape;401;p8"/>
                <p:cNvSpPr/>
                <p:nvPr/>
              </p:nvSpPr>
              <p:spPr>
                <a:xfrm>
                  <a:off x="403500" y="403050"/>
                  <a:ext cx="7218900" cy="4337400"/>
                </a:xfrm>
                <a:prstGeom prst="roundRect">
                  <a:avLst>
                    <a:gd fmla="val 1202" name="adj"/>
                  </a:avLst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2" name="Google Shape;402;p8"/>
                <p:cNvSpPr/>
                <p:nvPr/>
              </p:nvSpPr>
              <p:spPr>
                <a:xfrm>
                  <a:off x="403500" y="403050"/>
                  <a:ext cx="7218900" cy="100500"/>
                </a:xfrm>
                <a:prstGeom prst="round2SameRect">
                  <a:avLst>
                    <a:gd fmla="val 50000" name="adj1"/>
                    <a:gd fmla="val 0" name="adj2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03" name="Google Shape;403;p8"/>
            <p:cNvGrpSpPr/>
            <p:nvPr/>
          </p:nvGrpSpPr>
          <p:grpSpPr>
            <a:xfrm>
              <a:off x="8068746" y="-22387"/>
              <a:ext cx="1107271" cy="5188274"/>
              <a:chOff x="8068746" y="-22387"/>
              <a:chExt cx="1107271" cy="5188274"/>
            </a:xfrm>
          </p:grpSpPr>
          <p:grpSp>
            <p:nvGrpSpPr>
              <p:cNvPr id="404" name="Google Shape;404;p8"/>
              <p:cNvGrpSpPr/>
              <p:nvPr/>
            </p:nvGrpSpPr>
            <p:grpSpPr>
              <a:xfrm>
                <a:off x="8068746" y="-22387"/>
                <a:ext cx="1107271" cy="5188274"/>
                <a:chOff x="8068746" y="-22387"/>
                <a:chExt cx="1107271" cy="5188274"/>
              </a:xfrm>
            </p:grpSpPr>
            <p:grpSp>
              <p:nvGrpSpPr>
                <p:cNvPr id="405" name="Google Shape;405;p8"/>
                <p:cNvGrpSpPr/>
                <p:nvPr/>
              </p:nvGrpSpPr>
              <p:grpSpPr>
                <a:xfrm>
                  <a:off x="8467466" y="-22387"/>
                  <a:ext cx="708551" cy="5188274"/>
                  <a:chOff x="8467466" y="-22387"/>
                  <a:chExt cx="708551" cy="5188274"/>
                </a:xfrm>
              </p:grpSpPr>
              <p:grpSp>
                <p:nvGrpSpPr>
                  <p:cNvPr id="406" name="Google Shape;406;p8"/>
                  <p:cNvGrpSpPr/>
                  <p:nvPr/>
                </p:nvGrpSpPr>
                <p:grpSpPr>
                  <a:xfrm rot="10800000">
                    <a:off x="8467466" y="-22387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407" name="Google Shape;407;p8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08" name="Google Shape;408;p8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09" name="Google Shape;409;p8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10" name="Google Shape;410;p8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11" name="Google Shape;411;p8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12" name="Google Shape;412;p8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13" name="Google Shape;413;p8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14" name="Google Shape;414;p8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15" name="Google Shape;415;p8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16" name="Google Shape;416;p8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17" name="Google Shape;417;p8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18" name="Google Shape;418;p8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19" name="Google Shape;419;p8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420" name="Google Shape;420;p8"/>
                  <p:cNvGrpSpPr/>
                  <p:nvPr/>
                </p:nvGrpSpPr>
                <p:grpSpPr>
                  <a:xfrm flipH="1">
                    <a:off x="8467466" y="3748199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421" name="Google Shape;421;p8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22" name="Google Shape;422;p8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23" name="Google Shape;423;p8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24" name="Google Shape;424;p8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25" name="Google Shape;425;p8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26" name="Google Shape;426;p8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27" name="Google Shape;427;p8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28" name="Google Shape;428;p8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29" name="Google Shape;429;p8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30" name="Google Shape;430;p8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31" name="Google Shape;431;p8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32" name="Google Shape;432;p8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33" name="Google Shape;433;p8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434" name="Google Shape;434;p8"/>
                <p:cNvGrpSpPr/>
                <p:nvPr/>
              </p:nvGrpSpPr>
              <p:grpSpPr>
                <a:xfrm>
                  <a:off x="8068746" y="422958"/>
                  <a:ext cx="521992" cy="776192"/>
                  <a:chOff x="4131100" y="2430800"/>
                  <a:chExt cx="300930" cy="257871"/>
                </a:xfrm>
              </p:grpSpPr>
              <p:sp>
                <p:nvSpPr>
                  <p:cNvPr id="435" name="Google Shape;435;p8"/>
                  <p:cNvSpPr/>
                  <p:nvPr/>
                </p:nvSpPr>
                <p:spPr>
                  <a:xfrm>
                    <a:off x="4131100" y="243080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36" name="Google Shape;436;p8"/>
                  <p:cNvSpPr/>
                  <p:nvPr/>
                </p:nvSpPr>
                <p:spPr>
                  <a:xfrm>
                    <a:off x="4131100" y="24594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37" name="Google Shape;437;p8"/>
                  <p:cNvSpPr/>
                  <p:nvPr/>
                </p:nvSpPr>
                <p:spPr>
                  <a:xfrm>
                    <a:off x="4131100" y="24880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38" name="Google Shape;438;p8"/>
                  <p:cNvSpPr/>
                  <p:nvPr/>
                </p:nvSpPr>
                <p:spPr>
                  <a:xfrm>
                    <a:off x="4131100" y="25166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39" name="Google Shape;439;p8"/>
                  <p:cNvSpPr/>
                  <p:nvPr/>
                </p:nvSpPr>
                <p:spPr>
                  <a:xfrm>
                    <a:off x="4131100" y="25452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40" name="Google Shape;440;p8"/>
                  <p:cNvSpPr/>
                  <p:nvPr/>
                </p:nvSpPr>
                <p:spPr>
                  <a:xfrm>
                    <a:off x="4131104" y="2574178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41" name="Google Shape;441;p8"/>
                  <p:cNvSpPr/>
                  <p:nvPr/>
                </p:nvSpPr>
                <p:spPr>
                  <a:xfrm>
                    <a:off x="4131104" y="2602801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42" name="Google Shape;442;p8"/>
                  <p:cNvSpPr/>
                  <p:nvPr/>
                </p:nvSpPr>
                <p:spPr>
                  <a:xfrm>
                    <a:off x="4131104" y="2631399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43" name="Google Shape;443;p8"/>
                  <p:cNvSpPr/>
                  <p:nvPr/>
                </p:nvSpPr>
                <p:spPr>
                  <a:xfrm>
                    <a:off x="4131104" y="2660023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44" name="Google Shape;444;p8"/>
                  <p:cNvSpPr/>
                  <p:nvPr/>
                </p:nvSpPr>
                <p:spPr>
                  <a:xfrm>
                    <a:off x="4131104" y="2688646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445" name="Google Shape;445;p8"/>
              <p:cNvGrpSpPr/>
              <p:nvPr/>
            </p:nvGrpSpPr>
            <p:grpSpPr>
              <a:xfrm>
                <a:off x="8068746" y="3944350"/>
                <a:ext cx="522018" cy="776192"/>
                <a:chOff x="4131100" y="2430804"/>
                <a:chExt cx="300944" cy="257871"/>
              </a:xfrm>
            </p:grpSpPr>
            <p:sp>
              <p:nvSpPr>
                <p:cNvPr id="446" name="Google Shape;446;p8"/>
                <p:cNvSpPr/>
                <p:nvPr/>
              </p:nvSpPr>
              <p:spPr>
                <a:xfrm>
                  <a:off x="4131104" y="2430804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7" name="Google Shape;447;p8"/>
                <p:cNvSpPr/>
                <p:nvPr/>
              </p:nvSpPr>
              <p:spPr>
                <a:xfrm>
                  <a:off x="4131104" y="245942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8" name="Google Shape;448;p8"/>
                <p:cNvSpPr/>
                <p:nvPr/>
              </p:nvSpPr>
              <p:spPr>
                <a:xfrm>
                  <a:off x="4131104" y="2488026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9" name="Google Shape;449;p8"/>
                <p:cNvSpPr/>
                <p:nvPr/>
              </p:nvSpPr>
              <p:spPr>
                <a:xfrm>
                  <a:off x="4131104" y="2516649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0" name="Google Shape;450;p8"/>
                <p:cNvSpPr/>
                <p:nvPr/>
              </p:nvSpPr>
              <p:spPr>
                <a:xfrm>
                  <a:off x="4131104" y="254524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1" name="Google Shape;451;p8"/>
                <p:cNvSpPr/>
                <p:nvPr/>
              </p:nvSpPr>
              <p:spPr>
                <a:xfrm>
                  <a:off x="4131100" y="257417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2" name="Google Shape;452;p8"/>
                <p:cNvSpPr/>
                <p:nvPr/>
              </p:nvSpPr>
              <p:spPr>
                <a:xfrm>
                  <a:off x="4131100" y="26028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3" name="Google Shape;453;p8"/>
                <p:cNvSpPr/>
                <p:nvPr/>
              </p:nvSpPr>
              <p:spPr>
                <a:xfrm>
                  <a:off x="4131100" y="26314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4" name="Google Shape;454;p8"/>
                <p:cNvSpPr/>
                <p:nvPr/>
              </p:nvSpPr>
              <p:spPr>
                <a:xfrm>
                  <a:off x="4131100" y="266002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5" name="Google Shape;455;p8"/>
                <p:cNvSpPr/>
                <p:nvPr/>
              </p:nvSpPr>
              <p:spPr>
                <a:xfrm>
                  <a:off x="4131100" y="268865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456" name="Google Shape;456;p8"/>
          <p:cNvSpPr txBox="1"/>
          <p:nvPr>
            <p:ph type="title"/>
          </p:nvPr>
        </p:nvSpPr>
        <p:spPr>
          <a:xfrm>
            <a:off x="825075" y="1603242"/>
            <a:ext cx="6464700" cy="238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6800"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9"/>
          <p:cNvGrpSpPr/>
          <p:nvPr/>
        </p:nvGrpSpPr>
        <p:grpSpPr>
          <a:xfrm>
            <a:off x="100500" y="-22387"/>
            <a:ext cx="9075517" cy="5188274"/>
            <a:chOff x="100500" y="-22387"/>
            <a:chExt cx="9075517" cy="5188274"/>
          </a:xfrm>
        </p:grpSpPr>
        <p:grpSp>
          <p:nvGrpSpPr>
            <p:cNvPr id="459" name="Google Shape;459;p9"/>
            <p:cNvGrpSpPr/>
            <p:nvPr/>
          </p:nvGrpSpPr>
          <p:grpSpPr>
            <a:xfrm>
              <a:off x="100500" y="100500"/>
              <a:ext cx="7824000" cy="4942500"/>
              <a:chOff x="100500" y="100500"/>
              <a:chExt cx="7824000" cy="4942500"/>
            </a:xfrm>
          </p:grpSpPr>
          <p:sp>
            <p:nvSpPr>
              <p:cNvPr id="460" name="Google Shape;460;p9"/>
              <p:cNvSpPr/>
              <p:nvPr/>
            </p:nvSpPr>
            <p:spPr>
              <a:xfrm>
                <a:off x="100500" y="100500"/>
                <a:ext cx="7824000" cy="4942500"/>
              </a:xfrm>
              <a:prstGeom prst="roundRect">
                <a:avLst>
                  <a:gd fmla="val 3114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61" name="Google Shape;461;p9"/>
              <p:cNvGrpSpPr/>
              <p:nvPr/>
            </p:nvGrpSpPr>
            <p:grpSpPr>
              <a:xfrm>
                <a:off x="201900" y="202050"/>
                <a:ext cx="7622100" cy="4739400"/>
                <a:chOff x="201900" y="202050"/>
                <a:chExt cx="7622100" cy="4739400"/>
              </a:xfrm>
            </p:grpSpPr>
            <p:sp>
              <p:nvSpPr>
                <p:cNvPr id="462" name="Google Shape;462;p9"/>
                <p:cNvSpPr/>
                <p:nvPr/>
              </p:nvSpPr>
              <p:spPr>
                <a:xfrm>
                  <a:off x="201900" y="202050"/>
                  <a:ext cx="7622100" cy="4739400"/>
                </a:xfrm>
                <a:prstGeom prst="roundRect">
                  <a:avLst>
                    <a:gd fmla="val 2399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3" name="Google Shape;463;p9"/>
                <p:cNvSpPr/>
                <p:nvPr/>
              </p:nvSpPr>
              <p:spPr>
                <a:xfrm>
                  <a:off x="303000" y="302550"/>
                  <a:ext cx="7419900" cy="4538400"/>
                </a:xfrm>
                <a:prstGeom prst="roundRect">
                  <a:avLst>
                    <a:gd fmla="val 1202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4" name="Google Shape;464;p9"/>
                <p:cNvSpPr/>
                <p:nvPr/>
              </p:nvSpPr>
              <p:spPr>
                <a:xfrm>
                  <a:off x="403500" y="403050"/>
                  <a:ext cx="7218900" cy="4337400"/>
                </a:xfrm>
                <a:prstGeom prst="roundRect">
                  <a:avLst>
                    <a:gd fmla="val 1202" name="adj"/>
                  </a:avLst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5" name="Google Shape;465;p9"/>
                <p:cNvSpPr/>
                <p:nvPr/>
              </p:nvSpPr>
              <p:spPr>
                <a:xfrm>
                  <a:off x="403500" y="403050"/>
                  <a:ext cx="7218900" cy="100500"/>
                </a:xfrm>
                <a:prstGeom prst="round2SameRect">
                  <a:avLst>
                    <a:gd fmla="val 50000" name="adj1"/>
                    <a:gd fmla="val 0" name="adj2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66" name="Google Shape;466;p9"/>
            <p:cNvGrpSpPr/>
            <p:nvPr/>
          </p:nvGrpSpPr>
          <p:grpSpPr>
            <a:xfrm>
              <a:off x="8068746" y="-22387"/>
              <a:ext cx="1107271" cy="5188274"/>
              <a:chOff x="8068746" y="-22387"/>
              <a:chExt cx="1107271" cy="5188274"/>
            </a:xfrm>
          </p:grpSpPr>
          <p:grpSp>
            <p:nvGrpSpPr>
              <p:cNvPr id="467" name="Google Shape;467;p9"/>
              <p:cNvGrpSpPr/>
              <p:nvPr/>
            </p:nvGrpSpPr>
            <p:grpSpPr>
              <a:xfrm>
                <a:off x="8068746" y="-22387"/>
                <a:ext cx="1107271" cy="5188274"/>
                <a:chOff x="8068746" y="-22387"/>
                <a:chExt cx="1107271" cy="5188274"/>
              </a:xfrm>
            </p:grpSpPr>
            <p:grpSp>
              <p:nvGrpSpPr>
                <p:cNvPr id="468" name="Google Shape;468;p9"/>
                <p:cNvGrpSpPr/>
                <p:nvPr/>
              </p:nvGrpSpPr>
              <p:grpSpPr>
                <a:xfrm>
                  <a:off x="8467466" y="-22387"/>
                  <a:ext cx="708551" cy="5188274"/>
                  <a:chOff x="8467466" y="-22387"/>
                  <a:chExt cx="708551" cy="5188274"/>
                </a:xfrm>
              </p:grpSpPr>
              <p:grpSp>
                <p:nvGrpSpPr>
                  <p:cNvPr id="469" name="Google Shape;469;p9"/>
                  <p:cNvGrpSpPr/>
                  <p:nvPr/>
                </p:nvGrpSpPr>
                <p:grpSpPr>
                  <a:xfrm rot="10800000">
                    <a:off x="8467466" y="-22387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470" name="Google Shape;470;p9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71" name="Google Shape;471;p9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72" name="Google Shape;472;p9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73" name="Google Shape;473;p9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74" name="Google Shape;474;p9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75" name="Google Shape;475;p9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76" name="Google Shape;476;p9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77" name="Google Shape;477;p9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78" name="Google Shape;478;p9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79" name="Google Shape;479;p9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80" name="Google Shape;480;p9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81" name="Google Shape;481;p9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82" name="Google Shape;482;p9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483" name="Google Shape;483;p9"/>
                  <p:cNvGrpSpPr/>
                  <p:nvPr/>
                </p:nvGrpSpPr>
                <p:grpSpPr>
                  <a:xfrm flipH="1">
                    <a:off x="8467466" y="3748199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484" name="Google Shape;484;p9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85" name="Google Shape;485;p9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86" name="Google Shape;486;p9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87" name="Google Shape;487;p9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88" name="Google Shape;488;p9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89" name="Google Shape;489;p9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90" name="Google Shape;490;p9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91" name="Google Shape;491;p9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92" name="Google Shape;492;p9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93" name="Google Shape;493;p9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94" name="Google Shape;494;p9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95" name="Google Shape;495;p9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96" name="Google Shape;496;p9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497" name="Google Shape;497;p9"/>
                <p:cNvGrpSpPr/>
                <p:nvPr/>
              </p:nvGrpSpPr>
              <p:grpSpPr>
                <a:xfrm>
                  <a:off x="8068746" y="422958"/>
                  <a:ext cx="521992" cy="776192"/>
                  <a:chOff x="4131100" y="2430800"/>
                  <a:chExt cx="300930" cy="257871"/>
                </a:xfrm>
              </p:grpSpPr>
              <p:sp>
                <p:nvSpPr>
                  <p:cNvPr id="498" name="Google Shape;498;p9"/>
                  <p:cNvSpPr/>
                  <p:nvPr/>
                </p:nvSpPr>
                <p:spPr>
                  <a:xfrm>
                    <a:off x="4131100" y="243080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9" name="Google Shape;499;p9"/>
                  <p:cNvSpPr/>
                  <p:nvPr/>
                </p:nvSpPr>
                <p:spPr>
                  <a:xfrm>
                    <a:off x="4131100" y="24594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0" name="Google Shape;500;p9"/>
                  <p:cNvSpPr/>
                  <p:nvPr/>
                </p:nvSpPr>
                <p:spPr>
                  <a:xfrm>
                    <a:off x="4131100" y="24880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1" name="Google Shape;501;p9"/>
                  <p:cNvSpPr/>
                  <p:nvPr/>
                </p:nvSpPr>
                <p:spPr>
                  <a:xfrm>
                    <a:off x="4131100" y="25166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2" name="Google Shape;502;p9"/>
                  <p:cNvSpPr/>
                  <p:nvPr/>
                </p:nvSpPr>
                <p:spPr>
                  <a:xfrm>
                    <a:off x="4131100" y="25452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3" name="Google Shape;503;p9"/>
                  <p:cNvSpPr/>
                  <p:nvPr/>
                </p:nvSpPr>
                <p:spPr>
                  <a:xfrm>
                    <a:off x="4131104" y="2574178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4" name="Google Shape;504;p9"/>
                  <p:cNvSpPr/>
                  <p:nvPr/>
                </p:nvSpPr>
                <p:spPr>
                  <a:xfrm>
                    <a:off x="4131104" y="2602801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5" name="Google Shape;505;p9"/>
                  <p:cNvSpPr/>
                  <p:nvPr/>
                </p:nvSpPr>
                <p:spPr>
                  <a:xfrm>
                    <a:off x="4131104" y="2631399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6" name="Google Shape;506;p9"/>
                  <p:cNvSpPr/>
                  <p:nvPr/>
                </p:nvSpPr>
                <p:spPr>
                  <a:xfrm>
                    <a:off x="4131104" y="2660023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7" name="Google Shape;507;p9"/>
                  <p:cNvSpPr/>
                  <p:nvPr/>
                </p:nvSpPr>
                <p:spPr>
                  <a:xfrm>
                    <a:off x="4131104" y="2688646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508" name="Google Shape;508;p9"/>
              <p:cNvGrpSpPr/>
              <p:nvPr/>
            </p:nvGrpSpPr>
            <p:grpSpPr>
              <a:xfrm>
                <a:off x="8068746" y="3944350"/>
                <a:ext cx="522018" cy="776192"/>
                <a:chOff x="4131100" y="2430804"/>
                <a:chExt cx="300944" cy="257871"/>
              </a:xfrm>
            </p:grpSpPr>
            <p:sp>
              <p:nvSpPr>
                <p:cNvPr id="509" name="Google Shape;509;p9"/>
                <p:cNvSpPr/>
                <p:nvPr/>
              </p:nvSpPr>
              <p:spPr>
                <a:xfrm>
                  <a:off x="4131104" y="2430804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0" name="Google Shape;510;p9"/>
                <p:cNvSpPr/>
                <p:nvPr/>
              </p:nvSpPr>
              <p:spPr>
                <a:xfrm>
                  <a:off x="4131104" y="245942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1" name="Google Shape;511;p9"/>
                <p:cNvSpPr/>
                <p:nvPr/>
              </p:nvSpPr>
              <p:spPr>
                <a:xfrm>
                  <a:off x="4131104" y="2488026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2" name="Google Shape;512;p9"/>
                <p:cNvSpPr/>
                <p:nvPr/>
              </p:nvSpPr>
              <p:spPr>
                <a:xfrm>
                  <a:off x="4131104" y="2516649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3" name="Google Shape;513;p9"/>
                <p:cNvSpPr/>
                <p:nvPr/>
              </p:nvSpPr>
              <p:spPr>
                <a:xfrm>
                  <a:off x="4131104" y="254524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4" name="Google Shape;514;p9"/>
                <p:cNvSpPr/>
                <p:nvPr/>
              </p:nvSpPr>
              <p:spPr>
                <a:xfrm>
                  <a:off x="4131100" y="257417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5" name="Google Shape;515;p9"/>
                <p:cNvSpPr/>
                <p:nvPr/>
              </p:nvSpPr>
              <p:spPr>
                <a:xfrm>
                  <a:off x="4131100" y="26028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6" name="Google Shape;516;p9"/>
                <p:cNvSpPr/>
                <p:nvPr/>
              </p:nvSpPr>
              <p:spPr>
                <a:xfrm>
                  <a:off x="4131100" y="26314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7" name="Google Shape;517;p9"/>
                <p:cNvSpPr/>
                <p:nvPr/>
              </p:nvSpPr>
              <p:spPr>
                <a:xfrm>
                  <a:off x="4131100" y="266002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8" name="Google Shape;518;p9"/>
                <p:cNvSpPr/>
                <p:nvPr/>
              </p:nvSpPr>
              <p:spPr>
                <a:xfrm>
                  <a:off x="4131100" y="268865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519" name="Google Shape;519;p9"/>
          <p:cNvSpPr txBox="1"/>
          <p:nvPr>
            <p:ph idx="1" type="subTitle"/>
          </p:nvPr>
        </p:nvSpPr>
        <p:spPr>
          <a:xfrm>
            <a:off x="4235797" y="2361677"/>
            <a:ext cx="3054000" cy="16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520" name="Google Shape;520;p9"/>
          <p:cNvSpPr txBox="1"/>
          <p:nvPr>
            <p:ph type="title"/>
          </p:nvPr>
        </p:nvSpPr>
        <p:spPr>
          <a:xfrm>
            <a:off x="4235797" y="1066828"/>
            <a:ext cx="3054000" cy="130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sp>
        <p:nvSpPr>
          <p:cNvPr id="521" name="Google Shape;521;p9"/>
          <p:cNvSpPr/>
          <p:nvPr>
            <p:ph idx="2" type="pic"/>
          </p:nvPr>
        </p:nvSpPr>
        <p:spPr>
          <a:xfrm>
            <a:off x="823876" y="1086980"/>
            <a:ext cx="3054000" cy="3054900"/>
          </a:xfrm>
          <a:prstGeom prst="roundRect">
            <a:avLst>
              <a:gd fmla="val 290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noFill/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0"/>
          <p:cNvSpPr txBox="1"/>
          <p:nvPr>
            <p:ph type="title"/>
          </p:nvPr>
        </p:nvSpPr>
        <p:spPr>
          <a:xfrm>
            <a:off x="338400" y="3056625"/>
            <a:ext cx="3879000" cy="1751100"/>
          </a:xfrm>
          <a:prstGeom prst="rect">
            <a:avLst/>
          </a:prstGeom>
          <a:solidFill>
            <a:schemeClr val="dk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grpSp>
        <p:nvGrpSpPr>
          <p:cNvPr id="524" name="Google Shape;524;p10"/>
          <p:cNvGrpSpPr/>
          <p:nvPr/>
        </p:nvGrpSpPr>
        <p:grpSpPr>
          <a:xfrm>
            <a:off x="-71107" y="-70081"/>
            <a:ext cx="9247207" cy="5283662"/>
            <a:chOff x="-71107" y="-70081"/>
            <a:chExt cx="9247207" cy="5283662"/>
          </a:xfrm>
        </p:grpSpPr>
        <p:grpSp>
          <p:nvGrpSpPr>
            <p:cNvPr id="525" name="Google Shape;525;p10"/>
            <p:cNvGrpSpPr/>
            <p:nvPr/>
          </p:nvGrpSpPr>
          <p:grpSpPr>
            <a:xfrm>
              <a:off x="0" y="-22350"/>
              <a:ext cx="9176100" cy="5188200"/>
              <a:chOff x="0" y="-22350"/>
              <a:chExt cx="9176100" cy="5188200"/>
            </a:xfrm>
          </p:grpSpPr>
          <p:sp>
            <p:nvSpPr>
              <p:cNvPr id="526" name="Google Shape;526;p10"/>
              <p:cNvSpPr/>
              <p:nvPr/>
            </p:nvSpPr>
            <p:spPr>
              <a:xfrm>
                <a:off x="7924500" y="-22350"/>
                <a:ext cx="1251600" cy="5188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10"/>
              <p:cNvSpPr/>
              <p:nvPr/>
            </p:nvSpPr>
            <p:spPr>
              <a:xfrm>
                <a:off x="0" y="-22350"/>
                <a:ext cx="8109600" cy="123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10"/>
              <p:cNvSpPr/>
              <p:nvPr/>
            </p:nvSpPr>
            <p:spPr>
              <a:xfrm>
                <a:off x="0" y="5042850"/>
                <a:ext cx="8109600" cy="123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10"/>
              <p:cNvSpPr/>
              <p:nvPr/>
            </p:nvSpPr>
            <p:spPr>
              <a:xfrm>
                <a:off x="0" y="-22350"/>
                <a:ext cx="100500" cy="5188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0" name="Google Shape;530;p10"/>
            <p:cNvGrpSpPr/>
            <p:nvPr/>
          </p:nvGrpSpPr>
          <p:grpSpPr>
            <a:xfrm>
              <a:off x="-71107" y="-70081"/>
              <a:ext cx="322800" cy="5283662"/>
              <a:chOff x="-71107" y="-70250"/>
              <a:chExt cx="322800" cy="5283662"/>
            </a:xfrm>
          </p:grpSpPr>
          <p:sp>
            <p:nvSpPr>
              <p:cNvPr id="531" name="Google Shape;531;p10"/>
              <p:cNvSpPr/>
              <p:nvPr/>
            </p:nvSpPr>
            <p:spPr>
              <a:xfrm rot="2699863">
                <a:off x="-31826" y="-14988"/>
                <a:ext cx="244239" cy="212251"/>
              </a:xfrm>
              <a:prstGeom prst="flowChartOnlineStorag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10"/>
              <p:cNvSpPr/>
              <p:nvPr/>
            </p:nvSpPr>
            <p:spPr>
              <a:xfrm flipH="1" rot="8100137">
                <a:off x="-31826" y="4945899"/>
                <a:ext cx="244239" cy="212251"/>
              </a:xfrm>
              <a:prstGeom prst="flowChartOnlineStorag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3" name="Google Shape;533;p10"/>
            <p:cNvGrpSpPr/>
            <p:nvPr/>
          </p:nvGrpSpPr>
          <p:grpSpPr>
            <a:xfrm flipH="1">
              <a:off x="7772071" y="-70081"/>
              <a:ext cx="322800" cy="5283662"/>
              <a:chOff x="-71107" y="-70250"/>
              <a:chExt cx="322800" cy="5283662"/>
            </a:xfrm>
          </p:grpSpPr>
          <p:sp>
            <p:nvSpPr>
              <p:cNvPr id="534" name="Google Shape;534;p10"/>
              <p:cNvSpPr/>
              <p:nvPr/>
            </p:nvSpPr>
            <p:spPr>
              <a:xfrm rot="2699863">
                <a:off x="-31826" y="-14988"/>
                <a:ext cx="244239" cy="212251"/>
              </a:xfrm>
              <a:prstGeom prst="flowChartOnlineStorag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10"/>
              <p:cNvSpPr/>
              <p:nvPr/>
            </p:nvSpPr>
            <p:spPr>
              <a:xfrm flipH="1" rot="8100137">
                <a:off x="-31826" y="4945899"/>
                <a:ext cx="244239" cy="212251"/>
              </a:xfrm>
              <a:prstGeom prst="flowChartOnlineStorag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36" name="Google Shape;536;p10"/>
            <p:cNvSpPr/>
            <p:nvPr/>
          </p:nvSpPr>
          <p:spPr>
            <a:xfrm>
              <a:off x="100500" y="100500"/>
              <a:ext cx="7824000" cy="4942500"/>
            </a:xfrm>
            <a:prstGeom prst="roundRect">
              <a:avLst>
                <a:gd fmla="val 3114" name="adj"/>
              </a:avLst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8068746" y="-22387"/>
            <a:ext cx="1107271" cy="5188274"/>
            <a:chOff x="8068746" y="-22387"/>
            <a:chExt cx="1107271" cy="5188274"/>
          </a:xfrm>
        </p:grpSpPr>
        <p:grpSp>
          <p:nvGrpSpPr>
            <p:cNvPr id="538" name="Google Shape;538;p10"/>
            <p:cNvGrpSpPr/>
            <p:nvPr/>
          </p:nvGrpSpPr>
          <p:grpSpPr>
            <a:xfrm>
              <a:off x="8068746" y="-22387"/>
              <a:ext cx="1107271" cy="5188274"/>
              <a:chOff x="8068746" y="-22387"/>
              <a:chExt cx="1107271" cy="5188274"/>
            </a:xfrm>
          </p:grpSpPr>
          <p:grpSp>
            <p:nvGrpSpPr>
              <p:cNvPr id="539" name="Google Shape;539;p10"/>
              <p:cNvGrpSpPr/>
              <p:nvPr/>
            </p:nvGrpSpPr>
            <p:grpSpPr>
              <a:xfrm>
                <a:off x="8467466" y="-22387"/>
                <a:ext cx="708551" cy="5188274"/>
                <a:chOff x="8467466" y="-22387"/>
                <a:chExt cx="708551" cy="5188274"/>
              </a:xfrm>
            </p:grpSpPr>
            <p:grpSp>
              <p:nvGrpSpPr>
                <p:cNvPr id="540" name="Google Shape;540;p10"/>
                <p:cNvGrpSpPr/>
                <p:nvPr/>
              </p:nvGrpSpPr>
              <p:grpSpPr>
                <a:xfrm rot="10800000">
                  <a:off x="8467466" y="-22387"/>
                  <a:ext cx="708551" cy="1417688"/>
                  <a:chOff x="2132338" y="1275925"/>
                  <a:chExt cx="332575" cy="665425"/>
                </a:xfrm>
              </p:grpSpPr>
              <p:sp>
                <p:nvSpPr>
                  <p:cNvPr id="541" name="Google Shape;541;p10"/>
                  <p:cNvSpPr/>
                  <p:nvPr/>
                </p:nvSpPr>
                <p:spPr>
                  <a:xfrm>
                    <a:off x="2132338" y="1275925"/>
                    <a:ext cx="332575" cy="665425"/>
                  </a:xfrm>
                  <a:custGeom>
                    <a:rect b="b" l="l" r="r" t="t"/>
                    <a:pathLst>
                      <a:path extrusionOk="0" h="26617" w="13303">
                        <a:moveTo>
                          <a:pt x="1" y="0"/>
                        </a:moveTo>
                        <a:lnTo>
                          <a:pt x="1" y="26616"/>
                        </a:lnTo>
                        <a:lnTo>
                          <a:pt x="13302" y="26616"/>
                        </a:lnTo>
                        <a:lnTo>
                          <a:pt x="13302" y="17122"/>
                        </a:lnTo>
                        <a:cubicBezTo>
                          <a:pt x="13302" y="15013"/>
                          <a:pt x="11592" y="13314"/>
                          <a:pt x="9495" y="13314"/>
                        </a:cubicBezTo>
                        <a:cubicBezTo>
                          <a:pt x="7387" y="13314"/>
                          <a:pt x="5688" y="11603"/>
                          <a:pt x="5688" y="9507"/>
                        </a:cubicBezTo>
                        <a:lnTo>
                          <a:pt x="5688" y="3808"/>
                        </a:lnTo>
                        <a:cubicBezTo>
                          <a:pt x="5688" y="1711"/>
                          <a:pt x="3989" y="0"/>
                          <a:pt x="1880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cap="flat" cmpd="sng" w="9525">
                    <a:solidFill>
                      <a:schemeClr val="accent3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42" name="Google Shape;542;p10"/>
                  <p:cNvSpPr/>
                  <p:nvPr/>
                </p:nvSpPr>
                <p:spPr>
                  <a:xfrm>
                    <a:off x="2196188" y="1671425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7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7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43" name="Google Shape;543;p10"/>
                  <p:cNvSpPr/>
                  <p:nvPr/>
                </p:nvSpPr>
                <p:spPr>
                  <a:xfrm>
                    <a:off x="2196188" y="1700050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0"/>
                        </a:moveTo>
                        <a:cubicBezTo>
                          <a:pt x="61" y="0"/>
                          <a:pt x="1" y="60"/>
                          <a:pt x="1" y="133"/>
                        </a:cubicBezTo>
                        <a:cubicBezTo>
                          <a:pt x="1" y="217"/>
                          <a:pt x="61" y="277"/>
                          <a:pt x="146" y="277"/>
                        </a:cubicBezTo>
                        <a:lnTo>
                          <a:pt x="6122" y="277"/>
                        </a:lnTo>
                        <a:cubicBezTo>
                          <a:pt x="6194" y="277"/>
                          <a:pt x="6266" y="217"/>
                          <a:pt x="6266" y="133"/>
                        </a:cubicBezTo>
                        <a:cubicBezTo>
                          <a:pt x="6266" y="60"/>
                          <a:pt x="6194" y="0"/>
                          <a:pt x="612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44" name="Google Shape;544;p10"/>
                  <p:cNvSpPr/>
                  <p:nvPr/>
                </p:nvSpPr>
                <p:spPr>
                  <a:xfrm>
                    <a:off x="2196188" y="1728350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8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8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45" name="Google Shape;545;p10"/>
                  <p:cNvSpPr/>
                  <p:nvPr/>
                </p:nvSpPr>
                <p:spPr>
                  <a:xfrm>
                    <a:off x="2196188" y="1756675"/>
                    <a:ext cx="156675" cy="7250"/>
                  </a:xfrm>
                  <a:custGeom>
                    <a:rect b="b" l="l" r="r" t="t"/>
                    <a:pathLst>
                      <a:path extrusionOk="0" h="290" w="6267">
                        <a:moveTo>
                          <a:pt x="146" y="0"/>
                        </a:moveTo>
                        <a:cubicBezTo>
                          <a:pt x="61" y="0"/>
                          <a:pt x="1" y="73"/>
                          <a:pt x="1" y="145"/>
                        </a:cubicBezTo>
                        <a:cubicBezTo>
                          <a:pt x="1" y="217"/>
                          <a:pt x="61" y="289"/>
                          <a:pt x="146" y="289"/>
                        </a:cubicBezTo>
                        <a:lnTo>
                          <a:pt x="6122" y="289"/>
                        </a:lnTo>
                        <a:cubicBezTo>
                          <a:pt x="6194" y="289"/>
                          <a:pt x="6266" y="217"/>
                          <a:pt x="6266" y="145"/>
                        </a:cubicBezTo>
                        <a:cubicBezTo>
                          <a:pt x="6266" y="73"/>
                          <a:pt x="6194" y="0"/>
                          <a:pt x="612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46" name="Google Shape;546;p10"/>
                  <p:cNvSpPr/>
                  <p:nvPr/>
                </p:nvSpPr>
                <p:spPr>
                  <a:xfrm>
                    <a:off x="2196188" y="1785275"/>
                    <a:ext cx="156675" cy="6975"/>
                  </a:xfrm>
                  <a:custGeom>
                    <a:rect b="b" l="l" r="r" t="t"/>
                    <a:pathLst>
                      <a:path extrusionOk="0" h="279" w="6267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33"/>
                        </a:cubicBezTo>
                        <a:cubicBezTo>
                          <a:pt x="1" y="218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8"/>
                          <a:pt x="6266" y="133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47" name="Google Shape;547;p10"/>
                  <p:cNvSpPr/>
                  <p:nvPr/>
                </p:nvSpPr>
                <p:spPr>
                  <a:xfrm>
                    <a:off x="2196188" y="1813600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7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7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48" name="Google Shape;548;p10"/>
                  <p:cNvSpPr/>
                  <p:nvPr/>
                </p:nvSpPr>
                <p:spPr>
                  <a:xfrm>
                    <a:off x="2196188" y="1842225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0"/>
                        </a:moveTo>
                        <a:cubicBezTo>
                          <a:pt x="61" y="0"/>
                          <a:pt x="1" y="60"/>
                          <a:pt x="1" y="133"/>
                        </a:cubicBezTo>
                        <a:cubicBezTo>
                          <a:pt x="1" y="217"/>
                          <a:pt x="61" y="277"/>
                          <a:pt x="146" y="277"/>
                        </a:cubicBezTo>
                        <a:lnTo>
                          <a:pt x="6122" y="277"/>
                        </a:lnTo>
                        <a:cubicBezTo>
                          <a:pt x="6194" y="277"/>
                          <a:pt x="6266" y="217"/>
                          <a:pt x="6266" y="133"/>
                        </a:cubicBezTo>
                        <a:cubicBezTo>
                          <a:pt x="6266" y="60"/>
                          <a:pt x="6194" y="0"/>
                          <a:pt x="612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49" name="Google Shape;549;p10"/>
                  <p:cNvSpPr/>
                  <p:nvPr/>
                </p:nvSpPr>
                <p:spPr>
                  <a:xfrm>
                    <a:off x="2196188" y="1870525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8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8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0" name="Google Shape;550;p10"/>
                  <p:cNvSpPr/>
                  <p:nvPr/>
                </p:nvSpPr>
                <p:spPr>
                  <a:xfrm>
                    <a:off x="2193844" y="1343400"/>
                    <a:ext cx="30450" cy="30150"/>
                  </a:xfrm>
                  <a:custGeom>
                    <a:rect b="b" l="l" r="r" t="t"/>
                    <a:pathLst>
                      <a:path extrusionOk="0" h="1206" w="1218">
                        <a:moveTo>
                          <a:pt x="603" y="0"/>
                        </a:moveTo>
                        <a:cubicBezTo>
                          <a:pt x="278" y="0"/>
                          <a:pt x="1" y="265"/>
                          <a:pt x="1" y="603"/>
                        </a:cubicBezTo>
                        <a:cubicBezTo>
                          <a:pt x="1" y="940"/>
                          <a:pt x="278" y="1205"/>
                          <a:pt x="603" y="1205"/>
                        </a:cubicBezTo>
                        <a:cubicBezTo>
                          <a:pt x="940" y="1205"/>
                          <a:pt x="1218" y="940"/>
                          <a:pt x="1218" y="603"/>
                        </a:cubicBezTo>
                        <a:cubicBezTo>
                          <a:pt x="1218" y="265"/>
                          <a:pt x="940" y="0"/>
                          <a:pt x="603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1" name="Google Shape;551;p10"/>
                  <p:cNvSpPr/>
                  <p:nvPr/>
                </p:nvSpPr>
                <p:spPr>
                  <a:xfrm>
                    <a:off x="2193844" y="1412375"/>
                    <a:ext cx="30450" cy="30150"/>
                  </a:xfrm>
                  <a:custGeom>
                    <a:rect b="b" l="l" r="r" t="t"/>
                    <a:pathLst>
                      <a:path extrusionOk="0" h="1206" w="1218">
                        <a:moveTo>
                          <a:pt x="615" y="1"/>
                        </a:moveTo>
                        <a:cubicBezTo>
                          <a:pt x="278" y="1"/>
                          <a:pt x="1" y="278"/>
                          <a:pt x="1" y="603"/>
                        </a:cubicBezTo>
                        <a:cubicBezTo>
                          <a:pt x="1" y="940"/>
                          <a:pt x="278" y="1205"/>
                          <a:pt x="615" y="1205"/>
                        </a:cubicBezTo>
                        <a:cubicBezTo>
                          <a:pt x="940" y="1205"/>
                          <a:pt x="1218" y="940"/>
                          <a:pt x="1218" y="603"/>
                        </a:cubicBezTo>
                        <a:cubicBezTo>
                          <a:pt x="1218" y="278"/>
                          <a:pt x="940" y="1"/>
                          <a:pt x="61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2" name="Google Shape;552;p10"/>
                  <p:cNvSpPr/>
                  <p:nvPr/>
                </p:nvSpPr>
                <p:spPr>
                  <a:xfrm>
                    <a:off x="2193844" y="1481350"/>
                    <a:ext cx="30450" cy="30150"/>
                  </a:xfrm>
                  <a:custGeom>
                    <a:rect b="b" l="l" r="r" t="t"/>
                    <a:pathLst>
                      <a:path extrusionOk="0" h="1206" w="1218">
                        <a:moveTo>
                          <a:pt x="603" y="1"/>
                        </a:moveTo>
                        <a:cubicBezTo>
                          <a:pt x="278" y="1"/>
                          <a:pt x="1" y="266"/>
                          <a:pt x="1" y="603"/>
                        </a:cubicBezTo>
                        <a:cubicBezTo>
                          <a:pt x="1" y="941"/>
                          <a:pt x="278" y="1206"/>
                          <a:pt x="603" y="1206"/>
                        </a:cubicBezTo>
                        <a:cubicBezTo>
                          <a:pt x="940" y="1206"/>
                          <a:pt x="1218" y="941"/>
                          <a:pt x="1218" y="603"/>
                        </a:cubicBezTo>
                        <a:cubicBezTo>
                          <a:pt x="1218" y="266"/>
                          <a:pt x="940" y="1"/>
                          <a:pt x="603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3" name="Google Shape;553;p10"/>
                  <p:cNvSpPr/>
                  <p:nvPr/>
                </p:nvSpPr>
                <p:spPr>
                  <a:xfrm>
                    <a:off x="2193844" y="1550325"/>
                    <a:ext cx="30450" cy="30150"/>
                  </a:xfrm>
                  <a:custGeom>
                    <a:rect b="b" l="l" r="r" t="t"/>
                    <a:pathLst>
                      <a:path extrusionOk="0" h="1206" w="1218">
                        <a:moveTo>
                          <a:pt x="603" y="1"/>
                        </a:moveTo>
                        <a:cubicBezTo>
                          <a:pt x="278" y="1"/>
                          <a:pt x="1" y="278"/>
                          <a:pt x="1" y="603"/>
                        </a:cubicBezTo>
                        <a:cubicBezTo>
                          <a:pt x="1" y="941"/>
                          <a:pt x="278" y="1206"/>
                          <a:pt x="603" y="1206"/>
                        </a:cubicBezTo>
                        <a:cubicBezTo>
                          <a:pt x="940" y="1206"/>
                          <a:pt x="1218" y="941"/>
                          <a:pt x="1218" y="603"/>
                        </a:cubicBezTo>
                        <a:cubicBezTo>
                          <a:pt x="1218" y="278"/>
                          <a:pt x="940" y="1"/>
                          <a:pt x="603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554" name="Google Shape;554;p10"/>
                <p:cNvGrpSpPr/>
                <p:nvPr/>
              </p:nvGrpSpPr>
              <p:grpSpPr>
                <a:xfrm flipH="1">
                  <a:off x="8467466" y="3748199"/>
                  <a:ext cx="708551" cy="1417688"/>
                  <a:chOff x="2132338" y="1275925"/>
                  <a:chExt cx="332575" cy="665425"/>
                </a:xfrm>
              </p:grpSpPr>
              <p:sp>
                <p:nvSpPr>
                  <p:cNvPr id="555" name="Google Shape;555;p10"/>
                  <p:cNvSpPr/>
                  <p:nvPr/>
                </p:nvSpPr>
                <p:spPr>
                  <a:xfrm>
                    <a:off x="2132338" y="1275925"/>
                    <a:ext cx="332575" cy="665425"/>
                  </a:xfrm>
                  <a:custGeom>
                    <a:rect b="b" l="l" r="r" t="t"/>
                    <a:pathLst>
                      <a:path extrusionOk="0" h="26617" w="13303">
                        <a:moveTo>
                          <a:pt x="1" y="0"/>
                        </a:moveTo>
                        <a:lnTo>
                          <a:pt x="1" y="26616"/>
                        </a:lnTo>
                        <a:lnTo>
                          <a:pt x="13302" y="26616"/>
                        </a:lnTo>
                        <a:lnTo>
                          <a:pt x="13302" y="17122"/>
                        </a:lnTo>
                        <a:cubicBezTo>
                          <a:pt x="13302" y="15013"/>
                          <a:pt x="11592" y="13314"/>
                          <a:pt x="9495" y="13314"/>
                        </a:cubicBezTo>
                        <a:cubicBezTo>
                          <a:pt x="7387" y="13314"/>
                          <a:pt x="5688" y="11603"/>
                          <a:pt x="5688" y="9507"/>
                        </a:cubicBezTo>
                        <a:lnTo>
                          <a:pt x="5688" y="3808"/>
                        </a:lnTo>
                        <a:cubicBezTo>
                          <a:pt x="5688" y="1711"/>
                          <a:pt x="3989" y="0"/>
                          <a:pt x="1880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cap="flat" cmpd="sng" w="9525">
                    <a:solidFill>
                      <a:schemeClr val="accent3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6" name="Google Shape;556;p10"/>
                  <p:cNvSpPr/>
                  <p:nvPr/>
                </p:nvSpPr>
                <p:spPr>
                  <a:xfrm>
                    <a:off x="2196188" y="1671425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7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7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7" name="Google Shape;557;p10"/>
                  <p:cNvSpPr/>
                  <p:nvPr/>
                </p:nvSpPr>
                <p:spPr>
                  <a:xfrm>
                    <a:off x="2196188" y="1700050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0"/>
                        </a:moveTo>
                        <a:cubicBezTo>
                          <a:pt x="61" y="0"/>
                          <a:pt x="1" y="60"/>
                          <a:pt x="1" y="133"/>
                        </a:cubicBezTo>
                        <a:cubicBezTo>
                          <a:pt x="1" y="217"/>
                          <a:pt x="61" y="277"/>
                          <a:pt x="146" y="277"/>
                        </a:cubicBezTo>
                        <a:lnTo>
                          <a:pt x="6122" y="277"/>
                        </a:lnTo>
                        <a:cubicBezTo>
                          <a:pt x="6194" y="277"/>
                          <a:pt x="6266" y="217"/>
                          <a:pt x="6266" y="133"/>
                        </a:cubicBezTo>
                        <a:cubicBezTo>
                          <a:pt x="6266" y="60"/>
                          <a:pt x="6194" y="0"/>
                          <a:pt x="612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8" name="Google Shape;558;p10"/>
                  <p:cNvSpPr/>
                  <p:nvPr/>
                </p:nvSpPr>
                <p:spPr>
                  <a:xfrm>
                    <a:off x="2196188" y="1728350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8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8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9" name="Google Shape;559;p10"/>
                  <p:cNvSpPr/>
                  <p:nvPr/>
                </p:nvSpPr>
                <p:spPr>
                  <a:xfrm>
                    <a:off x="2196188" y="1756675"/>
                    <a:ext cx="156675" cy="7250"/>
                  </a:xfrm>
                  <a:custGeom>
                    <a:rect b="b" l="l" r="r" t="t"/>
                    <a:pathLst>
                      <a:path extrusionOk="0" h="290" w="6267">
                        <a:moveTo>
                          <a:pt x="146" y="0"/>
                        </a:moveTo>
                        <a:cubicBezTo>
                          <a:pt x="61" y="0"/>
                          <a:pt x="1" y="73"/>
                          <a:pt x="1" y="145"/>
                        </a:cubicBezTo>
                        <a:cubicBezTo>
                          <a:pt x="1" y="217"/>
                          <a:pt x="61" y="289"/>
                          <a:pt x="146" y="289"/>
                        </a:cubicBezTo>
                        <a:lnTo>
                          <a:pt x="6122" y="289"/>
                        </a:lnTo>
                        <a:cubicBezTo>
                          <a:pt x="6194" y="289"/>
                          <a:pt x="6266" y="217"/>
                          <a:pt x="6266" y="145"/>
                        </a:cubicBezTo>
                        <a:cubicBezTo>
                          <a:pt x="6266" y="73"/>
                          <a:pt x="6194" y="0"/>
                          <a:pt x="612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0" name="Google Shape;560;p10"/>
                  <p:cNvSpPr/>
                  <p:nvPr/>
                </p:nvSpPr>
                <p:spPr>
                  <a:xfrm>
                    <a:off x="2196188" y="1785275"/>
                    <a:ext cx="156675" cy="6975"/>
                  </a:xfrm>
                  <a:custGeom>
                    <a:rect b="b" l="l" r="r" t="t"/>
                    <a:pathLst>
                      <a:path extrusionOk="0" h="279" w="6267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33"/>
                        </a:cubicBezTo>
                        <a:cubicBezTo>
                          <a:pt x="1" y="218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8"/>
                          <a:pt x="6266" y="133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1" name="Google Shape;561;p10"/>
                  <p:cNvSpPr/>
                  <p:nvPr/>
                </p:nvSpPr>
                <p:spPr>
                  <a:xfrm>
                    <a:off x="2196188" y="1813600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7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7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2" name="Google Shape;562;p10"/>
                  <p:cNvSpPr/>
                  <p:nvPr/>
                </p:nvSpPr>
                <p:spPr>
                  <a:xfrm>
                    <a:off x="2196188" y="1842225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0"/>
                        </a:moveTo>
                        <a:cubicBezTo>
                          <a:pt x="61" y="0"/>
                          <a:pt x="1" y="60"/>
                          <a:pt x="1" y="133"/>
                        </a:cubicBezTo>
                        <a:cubicBezTo>
                          <a:pt x="1" y="217"/>
                          <a:pt x="61" y="277"/>
                          <a:pt x="146" y="277"/>
                        </a:cubicBezTo>
                        <a:lnTo>
                          <a:pt x="6122" y="277"/>
                        </a:lnTo>
                        <a:cubicBezTo>
                          <a:pt x="6194" y="277"/>
                          <a:pt x="6266" y="217"/>
                          <a:pt x="6266" y="133"/>
                        </a:cubicBezTo>
                        <a:cubicBezTo>
                          <a:pt x="6266" y="60"/>
                          <a:pt x="6194" y="0"/>
                          <a:pt x="612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3" name="Google Shape;563;p10"/>
                  <p:cNvSpPr/>
                  <p:nvPr/>
                </p:nvSpPr>
                <p:spPr>
                  <a:xfrm>
                    <a:off x="2196188" y="1870525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8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8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4" name="Google Shape;564;p10"/>
                  <p:cNvSpPr/>
                  <p:nvPr/>
                </p:nvSpPr>
                <p:spPr>
                  <a:xfrm>
                    <a:off x="2193844" y="1343400"/>
                    <a:ext cx="30450" cy="30150"/>
                  </a:xfrm>
                  <a:custGeom>
                    <a:rect b="b" l="l" r="r" t="t"/>
                    <a:pathLst>
                      <a:path extrusionOk="0" h="1206" w="1218">
                        <a:moveTo>
                          <a:pt x="603" y="0"/>
                        </a:moveTo>
                        <a:cubicBezTo>
                          <a:pt x="278" y="0"/>
                          <a:pt x="1" y="265"/>
                          <a:pt x="1" y="603"/>
                        </a:cubicBezTo>
                        <a:cubicBezTo>
                          <a:pt x="1" y="940"/>
                          <a:pt x="278" y="1205"/>
                          <a:pt x="603" y="1205"/>
                        </a:cubicBezTo>
                        <a:cubicBezTo>
                          <a:pt x="940" y="1205"/>
                          <a:pt x="1218" y="940"/>
                          <a:pt x="1218" y="603"/>
                        </a:cubicBezTo>
                        <a:cubicBezTo>
                          <a:pt x="1218" y="265"/>
                          <a:pt x="940" y="0"/>
                          <a:pt x="603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5" name="Google Shape;565;p10"/>
                  <p:cNvSpPr/>
                  <p:nvPr/>
                </p:nvSpPr>
                <p:spPr>
                  <a:xfrm>
                    <a:off x="2193844" y="1412375"/>
                    <a:ext cx="30450" cy="30150"/>
                  </a:xfrm>
                  <a:custGeom>
                    <a:rect b="b" l="l" r="r" t="t"/>
                    <a:pathLst>
                      <a:path extrusionOk="0" h="1206" w="1218">
                        <a:moveTo>
                          <a:pt x="615" y="1"/>
                        </a:moveTo>
                        <a:cubicBezTo>
                          <a:pt x="278" y="1"/>
                          <a:pt x="1" y="278"/>
                          <a:pt x="1" y="603"/>
                        </a:cubicBezTo>
                        <a:cubicBezTo>
                          <a:pt x="1" y="940"/>
                          <a:pt x="278" y="1205"/>
                          <a:pt x="615" y="1205"/>
                        </a:cubicBezTo>
                        <a:cubicBezTo>
                          <a:pt x="940" y="1205"/>
                          <a:pt x="1218" y="940"/>
                          <a:pt x="1218" y="603"/>
                        </a:cubicBezTo>
                        <a:cubicBezTo>
                          <a:pt x="1218" y="278"/>
                          <a:pt x="940" y="1"/>
                          <a:pt x="61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6" name="Google Shape;566;p10"/>
                  <p:cNvSpPr/>
                  <p:nvPr/>
                </p:nvSpPr>
                <p:spPr>
                  <a:xfrm>
                    <a:off x="2193844" y="1481350"/>
                    <a:ext cx="30450" cy="30150"/>
                  </a:xfrm>
                  <a:custGeom>
                    <a:rect b="b" l="l" r="r" t="t"/>
                    <a:pathLst>
                      <a:path extrusionOk="0" h="1206" w="1218">
                        <a:moveTo>
                          <a:pt x="603" y="1"/>
                        </a:moveTo>
                        <a:cubicBezTo>
                          <a:pt x="278" y="1"/>
                          <a:pt x="1" y="266"/>
                          <a:pt x="1" y="603"/>
                        </a:cubicBezTo>
                        <a:cubicBezTo>
                          <a:pt x="1" y="941"/>
                          <a:pt x="278" y="1206"/>
                          <a:pt x="603" y="1206"/>
                        </a:cubicBezTo>
                        <a:cubicBezTo>
                          <a:pt x="940" y="1206"/>
                          <a:pt x="1218" y="941"/>
                          <a:pt x="1218" y="603"/>
                        </a:cubicBezTo>
                        <a:cubicBezTo>
                          <a:pt x="1218" y="266"/>
                          <a:pt x="940" y="1"/>
                          <a:pt x="603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7" name="Google Shape;567;p10"/>
                  <p:cNvSpPr/>
                  <p:nvPr/>
                </p:nvSpPr>
                <p:spPr>
                  <a:xfrm>
                    <a:off x="2193844" y="1550325"/>
                    <a:ext cx="30450" cy="30150"/>
                  </a:xfrm>
                  <a:custGeom>
                    <a:rect b="b" l="l" r="r" t="t"/>
                    <a:pathLst>
                      <a:path extrusionOk="0" h="1206" w="1218">
                        <a:moveTo>
                          <a:pt x="603" y="1"/>
                        </a:moveTo>
                        <a:cubicBezTo>
                          <a:pt x="278" y="1"/>
                          <a:pt x="1" y="278"/>
                          <a:pt x="1" y="603"/>
                        </a:cubicBezTo>
                        <a:cubicBezTo>
                          <a:pt x="1" y="941"/>
                          <a:pt x="278" y="1206"/>
                          <a:pt x="603" y="1206"/>
                        </a:cubicBezTo>
                        <a:cubicBezTo>
                          <a:pt x="940" y="1206"/>
                          <a:pt x="1218" y="941"/>
                          <a:pt x="1218" y="603"/>
                        </a:cubicBezTo>
                        <a:cubicBezTo>
                          <a:pt x="1218" y="278"/>
                          <a:pt x="940" y="1"/>
                          <a:pt x="603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568" name="Google Shape;568;p10"/>
              <p:cNvGrpSpPr/>
              <p:nvPr/>
            </p:nvGrpSpPr>
            <p:grpSpPr>
              <a:xfrm>
                <a:off x="8068746" y="422958"/>
                <a:ext cx="521992" cy="776192"/>
                <a:chOff x="4131100" y="2430800"/>
                <a:chExt cx="300930" cy="257871"/>
              </a:xfrm>
            </p:grpSpPr>
            <p:sp>
              <p:nvSpPr>
                <p:cNvPr id="569" name="Google Shape;569;p10"/>
                <p:cNvSpPr/>
                <p:nvPr/>
              </p:nvSpPr>
              <p:spPr>
                <a:xfrm>
                  <a:off x="4131100" y="24308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0" name="Google Shape;570;p10"/>
                <p:cNvSpPr/>
                <p:nvPr/>
              </p:nvSpPr>
              <p:spPr>
                <a:xfrm>
                  <a:off x="4131100" y="245942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1" name="Google Shape;571;p10"/>
                <p:cNvSpPr/>
                <p:nvPr/>
              </p:nvSpPr>
              <p:spPr>
                <a:xfrm>
                  <a:off x="4131100" y="248802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2" name="Google Shape;572;p10"/>
                <p:cNvSpPr/>
                <p:nvPr/>
              </p:nvSpPr>
              <p:spPr>
                <a:xfrm>
                  <a:off x="4131100" y="251665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3" name="Google Shape;573;p10"/>
                <p:cNvSpPr/>
                <p:nvPr/>
              </p:nvSpPr>
              <p:spPr>
                <a:xfrm>
                  <a:off x="4131100" y="254525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4" name="Google Shape;574;p10"/>
                <p:cNvSpPr/>
                <p:nvPr/>
              </p:nvSpPr>
              <p:spPr>
                <a:xfrm>
                  <a:off x="4131104" y="2574178"/>
                  <a:ext cx="300925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5" name="Google Shape;575;p10"/>
                <p:cNvSpPr/>
                <p:nvPr/>
              </p:nvSpPr>
              <p:spPr>
                <a:xfrm>
                  <a:off x="4131104" y="2602801"/>
                  <a:ext cx="300925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6" name="Google Shape;576;p10"/>
                <p:cNvSpPr/>
                <p:nvPr/>
              </p:nvSpPr>
              <p:spPr>
                <a:xfrm>
                  <a:off x="4131104" y="2631399"/>
                  <a:ext cx="300925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7" name="Google Shape;577;p10"/>
                <p:cNvSpPr/>
                <p:nvPr/>
              </p:nvSpPr>
              <p:spPr>
                <a:xfrm>
                  <a:off x="4131104" y="2660023"/>
                  <a:ext cx="300925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8" name="Google Shape;578;p10"/>
                <p:cNvSpPr/>
                <p:nvPr/>
              </p:nvSpPr>
              <p:spPr>
                <a:xfrm>
                  <a:off x="4131104" y="2688646"/>
                  <a:ext cx="300925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79" name="Google Shape;579;p10"/>
            <p:cNvGrpSpPr/>
            <p:nvPr/>
          </p:nvGrpSpPr>
          <p:grpSpPr>
            <a:xfrm>
              <a:off x="8068746" y="3944350"/>
              <a:ext cx="522018" cy="776192"/>
              <a:chOff x="4131100" y="2430804"/>
              <a:chExt cx="300944" cy="257871"/>
            </a:xfrm>
          </p:grpSpPr>
          <p:sp>
            <p:nvSpPr>
              <p:cNvPr id="580" name="Google Shape;580;p10"/>
              <p:cNvSpPr/>
              <p:nvPr/>
            </p:nvSpPr>
            <p:spPr>
              <a:xfrm>
                <a:off x="4131104" y="2430804"/>
                <a:ext cx="300940" cy="25"/>
              </a:xfrm>
              <a:custGeom>
                <a:rect b="b" l="l" r="r" t="t"/>
                <a:pathLst>
                  <a:path extrusionOk="0" fill="none" h="1" w="5856">
                    <a:moveTo>
                      <a:pt x="0" y="0"/>
                    </a:moveTo>
                    <a:lnTo>
                      <a:pt x="5856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10"/>
              <p:cNvSpPr/>
              <p:nvPr/>
            </p:nvSpPr>
            <p:spPr>
              <a:xfrm>
                <a:off x="4131104" y="2459427"/>
                <a:ext cx="300940" cy="25"/>
              </a:xfrm>
              <a:custGeom>
                <a:rect b="b" l="l" r="r" t="t"/>
                <a:pathLst>
                  <a:path extrusionOk="0" fill="none" h="1" w="5856">
                    <a:moveTo>
                      <a:pt x="0" y="0"/>
                    </a:moveTo>
                    <a:lnTo>
                      <a:pt x="5856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10"/>
              <p:cNvSpPr/>
              <p:nvPr/>
            </p:nvSpPr>
            <p:spPr>
              <a:xfrm>
                <a:off x="4131104" y="2488026"/>
                <a:ext cx="300940" cy="25"/>
              </a:xfrm>
              <a:custGeom>
                <a:rect b="b" l="l" r="r" t="t"/>
                <a:pathLst>
                  <a:path extrusionOk="0" fill="none" h="1" w="5856">
                    <a:moveTo>
                      <a:pt x="0" y="1"/>
                    </a:moveTo>
                    <a:lnTo>
                      <a:pt x="585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10"/>
              <p:cNvSpPr/>
              <p:nvPr/>
            </p:nvSpPr>
            <p:spPr>
              <a:xfrm>
                <a:off x="4131104" y="2516649"/>
                <a:ext cx="300940" cy="25"/>
              </a:xfrm>
              <a:custGeom>
                <a:rect b="b" l="l" r="r" t="t"/>
                <a:pathLst>
                  <a:path extrusionOk="0" fill="none" h="1" w="5856">
                    <a:moveTo>
                      <a:pt x="0" y="0"/>
                    </a:moveTo>
                    <a:lnTo>
                      <a:pt x="5856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10"/>
              <p:cNvSpPr/>
              <p:nvPr/>
            </p:nvSpPr>
            <p:spPr>
              <a:xfrm>
                <a:off x="4131104" y="2545247"/>
                <a:ext cx="300940" cy="25"/>
              </a:xfrm>
              <a:custGeom>
                <a:rect b="b" l="l" r="r" t="t"/>
                <a:pathLst>
                  <a:path extrusionOk="0" fill="none" h="1" w="5856">
                    <a:moveTo>
                      <a:pt x="0" y="1"/>
                    </a:moveTo>
                    <a:lnTo>
                      <a:pt x="585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10"/>
              <p:cNvSpPr/>
              <p:nvPr/>
            </p:nvSpPr>
            <p:spPr>
              <a:xfrm>
                <a:off x="4131100" y="2574175"/>
                <a:ext cx="146400" cy="25"/>
              </a:xfrm>
              <a:custGeom>
                <a:rect b="b" l="l" r="r" t="t"/>
                <a:pathLst>
                  <a:path extrusionOk="0" fill="none" h="1" w="5856">
                    <a:moveTo>
                      <a:pt x="0" y="1"/>
                    </a:moveTo>
                    <a:lnTo>
                      <a:pt x="585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10"/>
              <p:cNvSpPr/>
              <p:nvPr/>
            </p:nvSpPr>
            <p:spPr>
              <a:xfrm>
                <a:off x="4131100" y="2602800"/>
                <a:ext cx="146400" cy="25"/>
              </a:xfrm>
              <a:custGeom>
                <a:rect b="b" l="l" r="r" t="t"/>
                <a:pathLst>
                  <a:path extrusionOk="0" fill="none" h="1" w="5856">
                    <a:moveTo>
                      <a:pt x="0" y="0"/>
                    </a:moveTo>
                    <a:lnTo>
                      <a:pt x="5856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10"/>
              <p:cNvSpPr/>
              <p:nvPr/>
            </p:nvSpPr>
            <p:spPr>
              <a:xfrm>
                <a:off x="4131100" y="2631400"/>
                <a:ext cx="146400" cy="25"/>
              </a:xfrm>
              <a:custGeom>
                <a:rect b="b" l="l" r="r" t="t"/>
                <a:pathLst>
                  <a:path extrusionOk="0" fill="none" h="1" w="5856">
                    <a:moveTo>
                      <a:pt x="0" y="1"/>
                    </a:moveTo>
                    <a:lnTo>
                      <a:pt x="585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10"/>
              <p:cNvSpPr/>
              <p:nvPr/>
            </p:nvSpPr>
            <p:spPr>
              <a:xfrm>
                <a:off x="4131100" y="2660025"/>
                <a:ext cx="146400" cy="25"/>
              </a:xfrm>
              <a:custGeom>
                <a:rect b="b" l="l" r="r" t="t"/>
                <a:pathLst>
                  <a:path extrusionOk="0" fill="none" h="1" w="5856">
                    <a:moveTo>
                      <a:pt x="0" y="1"/>
                    </a:moveTo>
                    <a:lnTo>
                      <a:pt x="585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10"/>
              <p:cNvSpPr/>
              <p:nvPr/>
            </p:nvSpPr>
            <p:spPr>
              <a:xfrm>
                <a:off x="4131100" y="2688650"/>
                <a:ext cx="146400" cy="25"/>
              </a:xfrm>
              <a:custGeom>
                <a:rect b="b" l="l" r="r" t="t"/>
                <a:pathLst>
                  <a:path extrusionOk="0" fill="none" h="1" w="5856">
                    <a:moveTo>
                      <a:pt x="0" y="0"/>
                    </a:moveTo>
                    <a:lnTo>
                      <a:pt x="5856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1" name="Google Shape;591;p11"/>
          <p:cNvGrpSpPr/>
          <p:nvPr/>
        </p:nvGrpSpPr>
        <p:grpSpPr>
          <a:xfrm>
            <a:off x="100500" y="-22387"/>
            <a:ext cx="9075517" cy="5188274"/>
            <a:chOff x="100500" y="-22387"/>
            <a:chExt cx="9075517" cy="5188274"/>
          </a:xfrm>
        </p:grpSpPr>
        <p:grpSp>
          <p:nvGrpSpPr>
            <p:cNvPr id="592" name="Google Shape;592;p11"/>
            <p:cNvGrpSpPr/>
            <p:nvPr/>
          </p:nvGrpSpPr>
          <p:grpSpPr>
            <a:xfrm>
              <a:off x="100500" y="100500"/>
              <a:ext cx="7824000" cy="4942500"/>
              <a:chOff x="100500" y="100500"/>
              <a:chExt cx="7824000" cy="4942500"/>
            </a:xfrm>
          </p:grpSpPr>
          <p:sp>
            <p:nvSpPr>
              <p:cNvPr id="593" name="Google Shape;593;p11"/>
              <p:cNvSpPr/>
              <p:nvPr/>
            </p:nvSpPr>
            <p:spPr>
              <a:xfrm>
                <a:off x="100500" y="100500"/>
                <a:ext cx="7824000" cy="4942500"/>
              </a:xfrm>
              <a:prstGeom prst="roundRect">
                <a:avLst>
                  <a:gd fmla="val 3114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94" name="Google Shape;594;p11"/>
              <p:cNvGrpSpPr/>
              <p:nvPr/>
            </p:nvGrpSpPr>
            <p:grpSpPr>
              <a:xfrm>
                <a:off x="201900" y="202050"/>
                <a:ext cx="7622100" cy="4739400"/>
                <a:chOff x="201900" y="202050"/>
                <a:chExt cx="7622100" cy="4739400"/>
              </a:xfrm>
            </p:grpSpPr>
            <p:sp>
              <p:nvSpPr>
                <p:cNvPr id="595" name="Google Shape;595;p11"/>
                <p:cNvSpPr/>
                <p:nvPr/>
              </p:nvSpPr>
              <p:spPr>
                <a:xfrm>
                  <a:off x="201900" y="202050"/>
                  <a:ext cx="7622100" cy="4739400"/>
                </a:xfrm>
                <a:prstGeom prst="roundRect">
                  <a:avLst>
                    <a:gd fmla="val 2399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6" name="Google Shape;596;p11"/>
                <p:cNvSpPr/>
                <p:nvPr/>
              </p:nvSpPr>
              <p:spPr>
                <a:xfrm>
                  <a:off x="303000" y="302550"/>
                  <a:ext cx="7419900" cy="4538400"/>
                </a:xfrm>
                <a:prstGeom prst="roundRect">
                  <a:avLst>
                    <a:gd fmla="val 1202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7" name="Google Shape;597;p11"/>
                <p:cNvSpPr/>
                <p:nvPr/>
              </p:nvSpPr>
              <p:spPr>
                <a:xfrm>
                  <a:off x="403500" y="403050"/>
                  <a:ext cx="7218900" cy="4337400"/>
                </a:xfrm>
                <a:prstGeom prst="roundRect">
                  <a:avLst>
                    <a:gd fmla="val 1202" name="adj"/>
                  </a:avLst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8" name="Google Shape;598;p11"/>
                <p:cNvSpPr/>
                <p:nvPr/>
              </p:nvSpPr>
              <p:spPr>
                <a:xfrm>
                  <a:off x="403500" y="403050"/>
                  <a:ext cx="7218900" cy="100500"/>
                </a:xfrm>
                <a:prstGeom prst="round2SameRect">
                  <a:avLst>
                    <a:gd fmla="val 50000" name="adj1"/>
                    <a:gd fmla="val 0" name="adj2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99" name="Google Shape;599;p11"/>
            <p:cNvGrpSpPr/>
            <p:nvPr/>
          </p:nvGrpSpPr>
          <p:grpSpPr>
            <a:xfrm>
              <a:off x="8068746" y="-22387"/>
              <a:ext cx="1107271" cy="5188274"/>
              <a:chOff x="8068746" y="-22387"/>
              <a:chExt cx="1107271" cy="5188274"/>
            </a:xfrm>
          </p:grpSpPr>
          <p:grpSp>
            <p:nvGrpSpPr>
              <p:cNvPr id="600" name="Google Shape;600;p11"/>
              <p:cNvGrpSpPr/>
              <p:nvPr/>
            </p:nvGrpSpPr>
            <p:grpSpPr>
              <a:xfrm>
                <a:off x="8068746" y="-22387"/>
                <a:ext cx="1107271" cy="5188274"/>
                <a:chOff x="8068746" y="-22387"/>
                <a:chExt cx="1107271" cy="5188274"/>
              </a:xfrm>
            </p:grpSpPr>
            <p:grpSp>
              <p:nvGrpSpPr>
                <p:cNvPr id="601" name="Google Shape;601;p11"/>
                <p:cNvGrpSpPr/>
                <p:nvPr/>
              </p:nvGrpSpPr>
              <p:grpSpPr>
                <a:xfrm>
                  <a:off x="8467466" y="-22387"/>
                  <a:ext cx="708551" cy="5188274"/>
                  <a:chOff x="8467466" y="-22387"/>
                  <a:chExt cx="708551" cy="5188274"/>
                </a:xfrm>
              </p:grpSpPr>
              <p:grpSp>
                <p:nvGrpSpPr>
                  <p:cNvPr id="602" name="Google Shape;602;p11"/>
                  <p:cNvGrpSpPr/>
                  <p:nvPr/>
                </p:nvGrpSpPr>
                <p:grpSpPr>
                  <a:xfrm rot="10800000">
                    <a:off x="8467466" y="-22387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603" name="Google Shape;603;p11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04" name="Google Shape;604;p11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05" name="Google Shape;605;p11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06" name="Google Shape;606;p11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07" name="Google Shape;607;p11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08" name="Google Shape;608;p11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09" name="Google Shape;609;p11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10" name="Google Shape;610;p11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11" name="Google Shape;611;p11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12" name="Google Shape;612;p11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13" name="Google Shape;613;p11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14" name="Google Shape;614;p11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15" name="Google Shape;615;p11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616" name="Google Shape;616;p11"/>
                  <p:cNvGrpSpPr/>
                  <p:nvPr/>
                </p:nvGrpSpPr>
                <p:grpSpPr>
                  <a:xfrm flipH="1">
                    <a:off x="8467466" y="3748199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617" name="Google Shape;617;p11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18" name="Google Shape;618;p11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19" name="Google Shape;619;p11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20" name="Google Shape;620;p11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21" name="Google Shape;621;p11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22" name="Google Shape;622;p11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23" name="Google Shape;623;p11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24" name="Google Shape;624;p11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25" name="Google Shape;625;p11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26" name="Google Shape;626;p11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27" name="Google Shape;627;p11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28" name="Google Shape;628;p11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29" name="Google Shape;629;p11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630" name="Google Shape;630;p11"/>
                <p:cNvGrpSpPr/>
                <p:nvPr/>
              </p:nvGrpSpPr>
              <p:grpSpPr>
                <a:xfrm>
                  <a:off x="8068746" y="422958"/>
                  <a:ext cx="521992" cy="776192"/>
                  <a:chOff x="4131100" y="2430800"/>
                  <a:chExt cx="300930" cy="257871"/>
                </a:xfrm>
              </p:grpSpPr>
              <p:sp>
                <p:nvSpPr>
                  <p:cNvPr id="631" name="Google Shape;631;p11"/>
                  <p:cNvSpPr/>
                  <p:nvPr/>
                </p:nvSpPr>
                <p:spPr>
                  <a:xfrm>
                    <a:off x="4131100" y="243080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32" name="Google Shape;632;p11"/>
                  <p:cNvSpPr/>
                  <p:nvPr/>
                </p:nvSpPr>
                <p:spPr>
                  <a:xfrm>
                    <a:off x="4131100" y="24594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33" name="Google Shape;633;p11"/>
                  <p:cNvSpPr/>
                  <p:nvPr/>
                </p:nvSpPr>
                <p:spPr>
                  <a:xfrm>
                    <a:off x="4131100" y="24880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34" name="Google Shape;634;p11"/>
                  <p:cNvSpPr/>
                  <p:nvPr/>
                </p:nvSpPr>
                <p:spPr>
                  <a:xfrm>
                    <a:off x="4131100" y="25166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35" name="Google Shape;635;p11"/>
                  <p:cNvSpPr/>
                  <p:nvPr/>
                </p:nvSpPr>
                <p:spPr>
                  <a:xfrm>
                    <a:off x="4131100" y="25452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36" name="Google Shape;636;p11"/>
                  <p:cNvSpPr/>
                  <p:nvPr/>
                </p:nvSpPr>
                <p:spPr>
                  <a:xfrm>
                    <a:off x="4131104" y="2574178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37" name="Google Shape;637;p11"/>
                  <p:cNvSpPr/>
                  <p:nvPr/>
                </p:nvSpPr>
                <p:spPr>
                  <a:xfrm>
                    <a:off x="4131104" y="2602801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38" name="Google Shape;638;p11"/>
                  <p:cNvSpPr/>
                  <p:nvPr/>
                </p:nvSpPr>
                <p:spPr>
                  <a:xfrm>
                    <a:off x="4131104" y="2631399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39" name="Google Shape;639;p11"/>
                  <p:cNvSpPr/>
                  <p:nvPr/>
                </p:nvSpPr>
                <p:spPr>
                  <a:xfrm>
                    <a:off x="4131104" y="2660023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0" name="Google Shape;640;p11"/>
                  <p:cNvSpPr/>
                  <p:nvPr/>
                </p:nvSpPr>
                <p:spPr>
                  <a:xfrm>
                    <a:off x="4131104" y="2688646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641" name="Google Shape;641;p11"/>
              <p:cNvGrpSpPr/>
              <p:nvPr/>
            </p:nvGrpSpPr>
            <p:grpSpPr>
              <a:xfrm>
                <a:off x="8068746" y="3944350"/>
                <a:ext cx="522018" cy="776192"/>
                <a:chOff x="4131100" y="2430804"/>
                <a:chExt cx="300944" cy="257871"/>
              </a:xfrm>
            </p:grpSpPr>
            <p:sp>
              <p:nvSpPr>
                <p:cNvPr id="642" name="Google Shape;642;p11"/>
                <p:cNvSpPr/>
                <p:nvPr/>
              </p:nvSpPr>
              <p:spPr>
                <a:xfrm>
                  <a:off x="4131104" y="2430804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3" name="Google Shape;643;p11"/>
                <p:cNvSpPr/>
                <p:nvPr/>
              </p:nvSpPr>
              <p:spPr>
                <a:xfrm>
                  <a:off x="4131104" y="245942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4" name="Google Shape;644;p11"/>
                <p:cNvSpPr/>
                <p:nvPr/>
              </p:nvSpPr>
              <p:spPr>
                <a:xfrm>
                  <a:off x="4131104" y="2488026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5" name="Google Shape;645;p11"/>
                <p:cNvSpPr/>
                <p:nvPr/>
              </p:nvSpPr>
              <p:spPr>
                <a:xfrm>
                  <a:off x="4131104" y="2516649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6" name="Google Shape;646;p11"/>
                <p:cNvSpPr/>
                <p:nvPr/>
              </p:nvSpPr>
              <p:spPr>
                <a:xfrm>
                  <a:off x="4131104" y="254524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7" name="Google Shape;647;p11"/>
                <p:cNvSpPr/>
                <p:nvPr/>
              </p:nvSpPr>
              <p:spPr>
                <a:xfrm>
                  <a:off x="4131100" y="257417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8" name="Google Shape;648;p11"/>
                <p:cNvSpPr/>
                <p:nvPr/>
              </p:nvSpPr>
              <p:spPr>
                <a:xfrm>
                  <a:off x="4131100" y="26028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9" name="Google Shape;649;p11"/>
                <p:cNvSpPr/>
                <p:nvPr/>
              </p:nvSpPr>
              <p:spPr>
                <a:xfrm>
                  <a:off x="4131100" y="26314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0" name="Google Shape;650;p11"/>
                <p:cNvSpPr/>
                <p:nvPr/>
              </p:nvSpPr>
              <p:spPr>
                <a:xfrm>
                  <a:off x="4131100" y="266002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1" name="Google Shape;651;p11"/>
                <p:cNvSpPr/>
                <p:nvPr/>
              </p:nvSpPr>
              <p:spPr>
                <a:xfrm>
                  <a:off x="4131100" y="268865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652" name="Google Shape;652;p11"/>
          <p:cNvSpPr txBox="1"/>
          <p:nvPr>
            <p:ph hasCustomPrompt="1" type="title"/>
          </p:nvPr>
        </p:nvSpPr>
        <p:spPr>
          <a:xfrm>
            <a:off x="727800" y="1543925"/>
            <a:ext cx="6567300" cy="138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68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653" name="Google Shape;653;p11"/>
          <p:cNvSpPr txBox="1"/>
          <p:nvPr>
            <p:ph idx="1" type="subTitle"/>
          </p:nvPr>
        </p:nvSpPr>
        <p:spPr>
          <a:xfrm>
            <a:off x="727800" y="2997675"/>
            <a:ext cx="6567300" cy="4662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26_1_1_1"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6" name="Google Shape;656;p13"/>
          <p:cNvGrpSpPr/>
          <p:nvPr/>
        </p:nvGrpSpPr>
        <p:grpSpPr>
          <a:xfrm>
            <a:off x="100500" y="-22387"/>
            <a:ext cx="9075517" cy="5188274"/>
            <a:chOff x="100500" y="-22387"/>
            <a:chExt cx="9075517" cy="5188274"/>
          </a:xfrm>
        </p:grpSpPr>
        <p:grpSp>
          <p:nvGrpSpPr>
            <p:cNvPr id="657" name="Google Shape;657;p13"/>
            <p:cNvGrpSpPr/>
            <p:nvPr/>
          </p:nvGrpSpPr>
          <p:grpSpPr>
            <a:xfrm>
              <a:off x="100500" y="100500"/>
              <a:ext cx="7824000" cy="4942500"/>
              <a:chOff x="100500" y="100500"/>
              <a:chExt cx="7824000" cy="4942500"/>
            </a:xfrm>
          </p:grpSpPr>
          <p:sp>
            <p:nvSpPr>
              <p:cNvPr id="658" name="Google Shape;658;p13"/>
              <p:cNvSpPr/>
              <p:nvPr/>
            </p:nvSpPr>
            <p:spPr>
              <a:xfrm>
                <a:off x="100500" y="100500"/>
                <a:ext cx="7824000" cy="4942500"/>
              </a:xfrm>
              <a:prstGeom prst="roundRect">
                <a:avLst>
                  <a:gd fmla="val 3114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59" name="Google Shape;659;p13"/>
              <p:cNvGrpSpPr/>
              <p:nvPr/>
            </p:nvGrpSpPr>
            <p:grpSpPr>
              <a:xfrm>
                <a:off x="201900" y="202050"/>
                <a:ext cx="7622100" cy="4739400"/>
                <a:chOff x="201900" y="202050"/>
                <a:chExt cx="7622100" cy="4739400"/>
              </a:xfrm>
            </p:grpSpPr>
            <p:sp>
              <p:nvSpPr>
                <p:cNvPr id="660" name="Google Shape;660;p13"/>
                <p:cNvSpPr/>
                <p:nvPr/>
              </p:nvSpPr>
              <p:spPr>
                <a:xfrm>
                  <a:off x="201900" y="202050"/>
                  <a:ext cx="7622100" cy="4739400"/>
                </a:xfrm>
                <a:prstGeom prst="roundRect">
                  <a:avLst>
                    <a:gd fmla="val 2399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1" name="Google Shape;661;p13"/>
                <p:cNvSpPr/>
                <p:nvPr/>
              </p:nvSpPr>
              <p:spPr>
                <a:xfrm>
                  <a:off x="303000" y="302550"/>
                  <a:ext cx="7419900" cy="4538400"/>
                </a:xfrm>
                <a:prstGeom prst="roundRect">
                  <a:avLst>
                    <a:gd fmla="val 1202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2" name="Google Shape;662;p13"/>
                <p:cNvSpPr/>
                <p:nvPr/>
              </p:nvSpPr>
              <p:spPr>
                <a:xfrm>
                  <a:off x="403500" y="403050"/>
                  <a:ext cx="7218900" cy="4337400"/>
                </a:xfrm>
                <a:prstGeom prst="roundRect">
                  <a:avLst>
                    <a:gd fmla="val 1202" name="adj"/>
                  </a:avLst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3" name="Google Shape;663;p13"/>
                <p:cNvSpPr/>
                <p:nvPr/>
              </p:nvSpPr>
              <p:spPr>
                <a:xfrm>
                  <a:off x="403500" y="403050"/>
                  <a:ext cx="7218900" cy="100500"/>
                </a:xfrm>
                <a:prstGeom prst="round2SameRect">
                  <a:avLst>
                    <a:gd fmla="val 50000" name="adj1"/>
                    <a:gd fmla="val 0" name="adj2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64" name="Google Shape;664;p13"/>
            <p:cNvGrpSpPr/>
            <p:nvPr/>
          </p:nvGrpSpPr>
          <p:grpSpPr>
            <a:xfrm>
              <a:off x="8068746" y="-22387"/>
              <a:ext cx="1107271" cy="5188274"/>
              <a:chOff x="8068746" y="-22387"/>
              <a:chExt cx="1107271" cy="5188274"/>
            </a:xfrm>
          </p:grpSpPr>
          <p:grpSp>
            <p:nvGrpSpPr>
              <p:cNvPr id="665" name="Google Shape;665;p13"/>
              <p:cNvGrpSpPr/>
              <p:nvPr/>
            </p:nvGrpSpPr>
            <p:grpSpPr>
              <a:xfrm>
                <a:off x="8068746" y="-22387"/>
                <a:ext cx="1107271" cy="5188274"/>
                <a:chOff x="8068746" y="-22387"/>
                <a:chExt cx="1107271" cy="5188274"/>
              </a:xfrm>
            </p:grpSpPr>
            <p:grpSp>
              <p:nvGrpSpPr>
                <p:cNvPr id="666" name="Google Shape;666;p13"/>
                <p:cNvGrpSpPr/>
                <p:nvPr/>
              </p:nvGrpSpPr>
              <p:grpSpPr>
                <a:xfrm>
                  <a:off x="8467466" y="-22387"/>
                  <a:ext cx="708551" cy="5188274"/>
                  <a:chOff x="8467466" y="-22387"/>
                  <a:chExt cx="708551" cy="5188274"/>
                </a:xfrm>
              </p:grpSpPr>
              <p:grpSp>
                <p:nvGrpSpPr>
                  <p:cNvPr id="667" name="Google Shape;667;p13"/>
                  <p:cNvGrpSpPr/>
                  <p:nvPr/>
                </p:nvGrpSpPr>
                <p:grpSpPr>
                  <a:xfrm rot="10800000">
                    <a:off x="8467466" y="-22387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668" name="Google Shape;668;p13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69" name="Google Shape;669;p13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70" name="Google Shape;670;p13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71" name="Google Shape;671;p13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72" name="Google Shape;672;p13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73" name="Google Shape;673;p13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74" name="Google Shape;674;p13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75" name="Google Shape;675;p13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76" name="Google Shape;676;p13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77" name="Google Shape;677;p13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78" name="Google Shape;678;p13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79" name="Google Shape;679;p13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80" name="Google Shape;680;p13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681" name="Google Shape;681;p13"/>
                  <p:cNvGrpSpPr/>
                  <p:nvPr/>
                </p:nvGrpSpPr>
                <p:grpSpPr>
                  <a:xfrm flipH="1">
                    <a:off x="8467466" y="3748199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682" name="Google Shape;682;p13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83" name="Google Shape;683;p13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84" name="Google Shape;684;p13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85" name="Google Shape;685;p13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86" name="Google Shape;686;p13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87" name="Google Shape;687;p13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88" name="Google Shape;688;p13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89" name="Google Shape;689;p13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90" name="Google Shape;690;p13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91" name="Google Shape;691;p13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92" name="Google Shape;692;p13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93" name="Google Shape;693;p13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694" name="Google Shape;694;p13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695" name="Google Shape;695;p13"/>
                <p:cNvGrpSpPr/>
                <p:nvPr/>
              </p:nvGrpSpPr>
              <p:grpSpPr>
                <a:xfrm>
                  <a:off x="8068746" y="422958"/>
                  <a:ext cx="521992" cy="776192"/>
                  <a:chOff x="4131100" y="2430800"/>
                  <a:chExt cx="300930" cy="257871"/>
                </a:xfrm>
              </p:grpSpPr>
              <p:sp>
                <p:nvSpPr>
                  <p:cNvPr id="696" name="Google Shape;696;p13"/>
                  <p:cNvSpPr/>
                  <p:nvPr/>
                </p:nvSpPr>
                <p:spPr>
                  <a:xfrm>
                    <a:off x="4131100" y="243080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97" name="Google Shape;697;p13"/>
                  <p:cNvSpPr/>
                  <p:nvPr/>
                </p:nvSpPr>
                <p:spPr>
                  <a:xfrm>
                    <a:off x="4131100" y="24594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98" name="Google Shape;698;p13"/>
                  <p:cNvSpPr/>
                  <p:nvPr/>
                </p:nvSpPr>
                <p:spPr>
                  <a:xfrm>
                    <a:off x="4131100" y="24880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99" name="Google Shape;699;p13"/>
                  <p:cNvSpPr/>
                  <p:nvPr/>
                </p:nvSpPr>
                <p:spPr>
                  <a:xfrm>
                    <a:off x="4131100" y="25166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00" name="Google Shape;700;p13"/>
                  <p:cNvSpPr/>
                  <p:nvPr/>
                </p:nvSpPr>
                <p:spPr>
                  <a:xfrm>
                    <a:off x="4131100" y="25452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01" name="Google Shape;701;p13"/>
                  <p:cNvSpPr/>
                  <p:nvPr/>
                </p:nvSpPr>
                <p:spPr>
                  <a:xfrm>
                    <a:off x="4131104" y="2574178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02" name="Google Shape;702;p13"/>
                  <p:cNvSpPr/>
                  <p:nvPr/>
                </p:nvSpPr>
                <p:spPr>
                  <a:xfrm>
                    <a:off x="4131104" y="2602801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03" name="Google Shape;703;p13"/>
                  <p:cNvSpPr/>
                  <p:nvPr/>
                </p:nvSpPr>
                <p:spPr>
                  <a:xfrm>
                    <a:off x="4131104" y="2631399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04" name="Google Shape;704;p13"/>
                  <p:cNvSpPr/>
                  <p:nvPr/>
                </p:nvSpPr>
                <p:spPr>
                  <a:xfrm>
                    <a:off x="4131104" y="2660023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05" name="Google Shape;705;p13"/>
                  <p:cNvSpPr/>
                  <p:nvPr/>
                </p:nvSpPr>
                <p:spPr>
                  <a:xfrm>
                    <a:off x="4131104" y="2688646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706" name="Google Shape;706;p13"/>
              <p:cNvGrpSpPr/>
              <p:nvPr/>
            </p:nvGrpSpPr>
            <p:grpSpPr>
              <a:xfrm>
                <a:off x="8068746" y="3944350"/>
                <a:ext cx="522018" cy="776192"/>
                <a:chOff x="4131100" y="2430804"/>
                <a:chExt cx="300944" cy="257871"/>
              </a:xfrm>
            </p:grpSpPr>
            <p:sp>
              <p:nvSpPr>
                <p:cNvPr id="707" name="Google Shape;707;p13"/>
                <p:cNvSpPr/>
                <p:nvPr/>
              </p:nvSpPr>
              <p:spPr>
                <a:xfrm>
                  <a:off x="4131104" y="2430804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8" name="Google Shape;708;p13"/>
                <p:cNvSpPr/>
                <p:nvPr/>
              </p:nvSpPr>
              <p:spPr>
                <a:xfrm>
                  <a:off x="4131104" y="245942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9" name="Google Shape;709;p13"/>
                <p:cNvSpPr/>
                <p:nvPr/>
              </p:nvSpPr>
              <p:spPr>
                <a:xfrm>
                  <a:off x="4131104" y="2488026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0" name="Google Shape;710;p13"/>
                <p:cNvSpPr/>
                <p:nvPr/>
              </p:nvSpPr>
              <p:spPr>
                <a:xfrm>
                  <a:off x="4131104" y="2516649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1" name="Google Shape;711;p13"/>
                <p:cNvSpPr/>
                <p:nvPr/>
              </p:nvSpPr>
              <p:spPr>
                <a:xfrm>
                  <a:off x="4131104" y="254524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2" name="Google Shape;712;p13"/>
                <p:cNvSpPr/>
                <p:nvPr/>
              </p:nvSpPr>
              <p:spPr>
                <a:xfrm>
                  <a:off x="4131100" y="257417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3" name="Google Shape;713;p13"/>
                <p:cNvSpPr/>
                <p:nvPr/>
              </p:nvSpPr>
              <p:spPr>
                <a:xfrm>
                  <a:off x="4131100" y="26028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4" name="Google Shape;714;p13"/>
                <p:cNvSpPr/>
                <p:nvPr/>
              </p:nvSpPr>
              <p:spPr>
                <a:xfrm>
                  <a:off x="4131100" y="26314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5" name="Google Shape;715;p13"/>
                <p:cNvSpPr/>
                <p:nvPr/>
              </p:nvSpPr>
              <p:spPr>
                <a:xfrm>
                  <a:off x="4131100" y="266002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6" name="Google Shape;716;p13"/>
                <p:cNvSpPr/>
                <p:nvPr/>
              </p:nvSpPr>
              <p:spPr>
                <a:xfrm>
                  <a:off x="4131100" y="268865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717" name="Google Shape;717;p13"/>
          <p:cNvSpPr txBox="1"/>
          <p:nvPr>
            <p:ph hasCustomPrompt="1" type="title"/>
          </p:nvPr>
        </p:nvSpPr>
        <p:spPr>
          <a:xfrm>
            <a:off x="844129" y="1541508"/>
            <a:ext cx="768000" cy="52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8" name="Google Shape;718;p13"/>
          <p:cNvSpPr txBox="1"/>
          <p:nvPr>
            <p:ph idx="1" type="subTitle"/>
          </p:nvPr>
        </p:nvSpPr>
        <p:spPr>
          <a:xfrm>
            <a:off x="1727924" y="1250355"/>
            <a:ext cx="21447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/>
        </p:txBody>
      </p:sp>
      <p:sp>
        <p:nvSpPr>
          <p:cNvPr id="719" name="Google Shape;719;p13"/>
          <p:cNvSpPr txBox="1"/>
          <p:nvPr>
            <p:ph idx="2" type="subTitle"/>
          </p:nvPr>
        </p:nvSpPr>
        <p:spPr>
          <a:xfrm>
            <a:off x="1727926" y="1735685"/>
            <a:ext cx="2144700" cy="5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20" name="Google Shape;720;p13"/>
          <p:cNvSpPr txBox="1"/>
          <p:nvPr>
            <p:ph hasCustomPrompt="1" idx="3" type="title"/>
          </p:nvPr>
        </p:nvSpPr>
        <p:spPr>
          <a:xfrm>
            <a:off x="844129" y="3789132"/>
            <a:ext cx="768000" cy="52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21" name="Google Shape;721;p13"/>
          <p:cNvSpPr txBox="1"/>
          <p:nvPr>
            <p:ph idx="4" type="subTitle"/>
          </p:nvPr>
        </p:nvSpPr>
        <p:spPr>
          <a:xfrm>
            <a:off x="1727924" y="3497980"/>
            <a:ext cx="21447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/>
        </p:txBody>
      </p:sp>
      <p:sp>
        <p:nvSpPr>
          <p:cNvPr id="722" name="Google Shape;722;p13"/>
          <p:cNvSpPr txBox="1"/>
          <p:nvPr>
            <p:ph idx="5" type="subTitle"/>
          </p:nvPr>
        </p:nvSpPr>
        <p:spPr>
          <a:xfrm>
            <a:off x="1727926" y="3983310"/>
            <a:ext cx="2144700" cy="5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23" name="Google Shape;723;p13"/>
          <p:cNvSpPr txBox="1"/>
          <p:nvPr>
            <p:ph hasCustomPrompt="1" idx="6" type="title"/>
          </p:nvPr>
        </p:nvSpPr>
        <p:spPr>
          <a:xfrm>
            <a:off x="4260833" y="1541508"/>
            <a:ext cx="768000" cy="52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24" name="Google Shape;724;p13"/>
          <p:cNvSpPr txBox="1"/>
          <p:nvPr>
            <p:ph idx="7" type="subTitle"/>
          </p:nvPr>
        </p:nvSpPr>
        <p:spPr>
          <a:xfrm>
            <a:off x="5144628" y="1250355"/>
            <a:ext cx="21447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/>
        </p:txBody>
      </p:sp>
      <p:sp>
        <p:nvSpPr>
          <p:cNvPr id="725" name="Google Shape;725;p13"/>
          <p:cNvSpPr txBox="1"/>
          <p:nvPr>
            <p:ph idx="8" type="subTitle"/>
          </p:nvPr>
        </p:nvSpPr>
        <p:spPr>
          <a:xfrm>
            <a:off x="5144627" y="1735664"/>
            <a:ext cx="2144700" cy="5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26" name="Google Shape;726;p13"/>
          <p:cNvSpPr txBox="1"/>
          <p:nvPr>
            <p:ph idx="9" type="title"/>
          </p:nvPr>
        </p:nvSpPr>
        <p:spPr>
          <a:xfrm>
            <a:off x="720000" y="778450"/>
            <a:ext cx="6569700" cy="457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727" name="Google Shape;727;p13"/>
          <p:cNvSpPr txBox="1"/>
          <p:nvPr>
            <p:ph hasCustomPrompt="1" idx="13" type="title"/>
          </p:nvPr>
        </p:nvSpPr>
        <p:spPr>
          <a:xfrm>
            <a:off x="4260833" y="3789144"/>
            <a:ext cx="768000" cy="52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28" name="Google Shape;728;p13"/>
          <p:cNvSpPr txBox="1"/>
          <p:nvPr>
            <p:ph idx="14" type="subTitle"/>
          </p:nvPr>
        </p:nvSpPr>
        <p:spPr>
          <a:xfrm>
            <a:off x="5144628" y="3497980"/>
            <a:ext cx="21447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/>
        </p:txBody>
      </p:sp>
      <p:sp>
        <p:nvSpPr>
          <p:cNvPr id="729" name="Google Shape;729;p13"/>
          <p:cNvSpPr txBox="1"/>
          <p:nvPr>
            <p:ph idx="15" type="subTitle"/>
          </p:nvPr>
        </p:nvSpPr>
        <p:spPr>
          <a:xfrm>
            <a:off x="5144627" y="3983308"/>
            <a:ext cx="2144700" cy="5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30" name="Google Shape;730;p13"/>
          <p:cNvSpPr txBox="1"/>
          <p:nvPr>
            <p:ph hasCustomPrompt="1" idx="16" type="title"/>
          </p:nvPr>
        </p:nvSpPr>
        <p:spPr>
          <a:xfrm>
            <a:off x="844129" y="2665320"/>
            <a:ext cx="768000" cy="52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31" name="Google Shape;731;p13"/>
          <p:cNvSpPr txBox="1"/>
          <p:nvPr>
            <p:ph idx="17" type="subTitle"/>
          </p:nvPr>
        </p:nvSpPr>
        <p:spPr>
          <a:xfrm>
            <a:off x="1727924" y="2374168"/>
            <a:ext cx="21447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/>
        </p:txBody>
      </p:sp>
      <p:sp>
        <p:nvSpPr>
          <p:cNvPr id="732" name="Google Shape;732;p13"/>
          <p:cNvSpPr txBox="1"/>
          <p:nvPr>
            <p:ph idx="18" type="subTitle"/>
          </p:nvPr>
        </p:nvSpPr>
        <p:spPr>
          <a:xfrm>
            <a:off x="1727926" y="2859509"/>
            <a:ext cx="2144700" cy="5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33" name="Google Shape;733;p13"/>
          <p:cNvSpPr txBox="1"/>
          <p:nvPr>
            <p:ph hasCustomPrompt="1" idx="19" type="title"/>
          </p:nvPr>
        </p:nvSpPr>
        <p:spPr>
          <a:xfrm>
            <a:off x="4260833" y="2665320"/>
            <a:ext cx="768000" cy="52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34" name="Google Shape;734;p13"/>
          <p:cNvSpPr txBox="1"/>
          <p:nvPr>
            <p:ph idx="20" type="subTitle"/>
          </p:nvPr>
        </p:nvSpPr>
        <p:spPr>
          <a:xfrm>
            <a:off x="5144628" y="2374164"/>
            <a:ext cx="21447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/>
        </p:txBody>
      </p:sp>
      <p:sp>
        <p:nvSpPr>
          <p:cNvPr id="735" name="Google Shape;735;p13"/>
          <p:cNvSpPr txBox="1"/>
          <p:nvPr>
            <p:ph idx="21" type="subTitle"/>
          </p:nvPr>
        </p:nvSpPr>
        <p:spPr>
          <a:xfrm>
            <a:off x="5144627" y="2859491"/>
            <a:ext cx="2144700" cy="5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8"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7" name="Google Shape;737;p14"/>
          <p:cNvGrpSpPr/>
          <p:nvPr/>
        </p:nvGrpSpPr>
        <p:grpSpPr>
          <a:xfrm>
            <a:off x="100500" y="-22387"/>
            <a:ext cx="9075517" cy="5188274"/>
            <a:chOff x="100500" y="-22387"/>
            <a:chExt cx="9075517" cy="5188274"/>
          </a:xfrm>
        </p:grpSpPr>
        <p:grpSp>
          <p:nvGrpSpPr>
            <p:cNvPr id="738" name="Google Shape;738;p14"/>
            <p:cNvGrpSpPr/>
            <p:nvPr/>
          </p:nvGrpSpPr>
          <p:grpSpPr>
            <a:xfrm>
              <a:off x="100500" y="100500"/>
              <a:ext cx="7824000" cy="4942500"/>
              <a:chOff x="100500" y="100500"/>
              <a:chExt cx="7824000" cy="4942500"/>
            </a:xfrm>
          </p:grpSpPr>
          <p:sp>
            <p:nvSpPr>
              <p:cNvPr id="739" name="Google Shape;739;p14"/>
              <p:cNvSpPr/>
              <p:nvPr/>
            </p:nvSpPr>
            <p:spPr>
              <a:xfrm>
                <a:off x="100500" y="100500"/>
                <a:ext cx="7824000" cy="4942500"/>
              </a:xfrm>
              <a:prstGeom prst="roundRect">
                <a:avLst>
                  <a:gd fmla="val 3114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40" name="Google Shape;740;p14"/>
              <p:cNvGrpSpPr/>
              <p:nvPr/>
            </p:nvGrpSpPr>
            <p:grpSpPr>
              <a:xfrm>
                <a:off x="201900" y="202050"/>
                <a:ext cx="7622100" cy="4739400"/>
                <a:chOff x="201900" y="202050"/>
                <a:chExt cx="7622100" cy="4739400"/>
              </a:xfrm>
            </p:grpSpPr>
            <p:sp>
              <p:nvSpPr>
                <p:cNvPr id="741" name="Google Shape;741;p14"/>
                <p:cNvSpPr/>
                <p:nvPr/>
              </p:nvSpPr>
              <p:spPr>
                <a:xfrm>
                  <a:off x="201900" y="202050"/>
                  <a:ext cx="7622100" cy="4739400"/>
                </a:xfrm>
                <a:prstGeom prst="roundRect">
                  <a:avLst>
                    <a:gd fmla="val 2399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2" name="Google Shape;742;p14"/>
                <p:cNvSpPr/>
                <p:nvPr/>
              </p:nvSpPr>
              <p:spPr>
                <a:xfrm>
                  <a:off x="303000" y="302550"/>
                  <a:ext cx="7419900" cy="4538400"/>
                </a:xfrm>
                <a:prstGeom prst="roundRect">
                  <a:avLst>
                    <a:gd fmla="val 1202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3" name="Google Shape;743;p14"/>
                <p:cNvSpPr/>
                <p:nvPr/>
              </p:nvSpPr>
              <p:spPr>
                <a:xfrm>
                  <a:off x="403500" y="403050"/>
                  <a:ext cx="7218900" cy="4337400"/>
                </a:xfrm>
                <a:prstGeom prst="roundRect">
                  <a:avLst>
                    <a:gd fmla="val 1202" name="adj"/>
                  </a:avLst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4" name="Google Shape;744;p14"/>
                <p:cNvSpPr/>
                <p:nvPr/>
              </p:nvSpPr>
              <p:spPr>
                <a:xfrm>
                  <a:off x="403500" y="403050"/>
                  <a:ext cx="7218900" cy="100500"/>
                </a:xfrm>
                <a:prstGeom prst="round2SameRect">
                  <a:avLst>
                    <a:gd fmla="val 50000" name="adj1"/>
                    <a:gd fmla="val 0" name="adj2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745" name="Google Shape;745;p14"/>
            <p:cNvGrpSpPr/>
            <p:nvPr/>
          </p:nvGrpSpPr>
          <p:grpSpPr>
            <a:xfrm>
              <a:off x="8068746" y="-22387"/>
              <a:ext cx="1107271" cy="5188274"/>
              <a:chOff x="8068746" y="-22387"/>
              <a:chExt cx="1107271" cy="5188274"/>
            </a:xfrm>
          </p:grpSpPr>
          <p:grpSp>
            <p:nvGrpSpPr>
              <p:cNvPr id="746" name="Google Shape;746;p14"/>
              <p:cNvGrpSpPr/>
              <p:nvPr/>
            </p:nvGrpSpPr>
            <p:grpSpPr>
              <a:xfrm>
                <a:off x="8068746" y="-22387"/>
                <a:ext cx="1107271" cy="5188274"/>
                <a:chOff x="8068746" y="-22387"/>
                <a:chExt cx="1107271" cy="5188274"/>
              </a:xfrm>
            </p:grpSpPr>
            <p:grpSp>
              <p:nvGrpSpPr>
                <p:cNvPr id="747" name="Google Shape;747;p14"/>
                <p:cNvGrpSpPr/>
                <p:nvPr/>
              </p:nvGrpSpPr>
              <p:grpSpPr>
                <a:xfrm>
                  <a:off x="8467466" y="-22387"/>
                  <a:ext cx="708551" cy="5188274"/>
                  <a:chOff x="8467466" y="-22387"/>
                  <a:chExt cx="708551" cy="5188274"/>
                </a:xfrm>
              </p:grpSpPr>
              <p:grpSp>
                <p:nvGrpSpPr>
                  <p:cNvPr id="748" name="Google Shape;748;p14"/>
                  <p:cNvGrpSpPr/>
                  <p:nvPr/>
                </p:nvGrpSpPr>
                <p:grpSpPr>
                  <a:xfrm rot="10800000">
                    <a:off x="8467466" y="-22387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749" name="Google Shape;749;p14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50" name="Google Shape;750;p14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51" name="Google Shape;751;p14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52" name="Google Shape;752;p14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53" name="Google Shape;753;p14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54" name="Google Shape;754;p14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55" name="Google Shape;755;p14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56" name="Google Shape;756;p14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57" name="Google Shape;757;p14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58" name="Google Shape;758;p14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59" name="Google Shape;759;p14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60" name="Google Shape;760;p14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61" name="Google Shape;761;p14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762" name="Google Shape;762;p14"/>
                  <p:cNvGrpSpPr/>
                  <p:nvPr/>
                </p:nvGrpSpPr>
                <p:grpSpPr>
                  <a:xfrm flipH="1">
                    <a:off x="8467466" y="3748199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763" name="Google Shape;763;p14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64" name="Google Shape;764;p14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65" name="Google Shape;765;p14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66" name="Google Shape;766;p14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67" name="Google Shape;767;p14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68" name="Google Shape;768;p14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69" name="Google Shape;769;p14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70" name="Google Shape;770;p14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71" name="Google Shape;771;p14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72" name="Google Shape;772;p14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73" name="Google Shape;773;p14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74" name="Google Shape;774;p14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775" name="Google Shape;775;p14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776" name="Google Shape;776;p14"/>
                <p:cNvGrpSpPr/>
                <p:nvPr/>
              </p:nvGrpSpPr>
              <p:grpSpPr>
                <a:xfrm>
                  <a:off x="8068746" y="422958"/>
                  <a:ext cx="521992" cy="776192"/>
                  <a:chOff x="4131100" y="2430800"/>
                  <a:chExt cx="300930" cy="257871"/>
                </a:xfrm>
              </p:grpSpPr>
              <p:sp>
                <p:nvSpPr>
                  <p:cNvPr id="777" name="Google Shape;777;p14"/>
                  <p:cNvSpPr/>
                  <p:nvPr/>
                </p:nvSpPr>
                <p:spPr>
                  <a:xfrm>
                    <a:off x="4131100" y="243080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78" name="Google Shape;778;p14"/>
                  <p:cNvSpPr/>
                  <p:nvPr/>
                </p:nvSpPr>
                <p:spPr>
                  <a:xfrm>
                    <a:off x="4131100" y="24594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79" name="Google Shape;779;p14"/>
                  <p:cNvSpPr/>
                  <p:nvPr/>
                </p:nvSpPr>
                <p:spPr>
                  <a:xfrm>
                    <a:off x="4131100" y="24880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80" name="Google Shape;780;p14"/>
                  <p:cNvSpPr/>
                  <p:nvPr/>
                </p:nvSpPr>
                <p:spPr>
                  <a:xfrm>
                    <a:off x="4131100" y="25166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81" name="Google Shape;781;p14"/>
                  <p:cNvSpPr/>
                  <p:nvPr/>
                </p:nvSpPr>
                <p:spPr>
                  <a:xfrm>
                    <a:off x="4131100" y="25452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82" name="Google Shape;782;p14"/>
                  <p:cNvSpPr/>
                  <p:nvPr/>
                </p:nvSpPr>
                <p:spPr>
                  <a:xfrm>
                    <a:off x="4131104" y="2574178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83" name="Google Shape;783;p14"/>
                  <p:cNvSpPr/>
                  <p:nvPr/>
                </p:nvSpPr>
                <p:spPr>
                  <a:xfrm>
                    <a:off x="4131104" y="2602801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84" name="Google Shape;784;p14"/>
                  <p:cNvSpPr/>
                  <p:nvPr/>
                </p:nvSpPr>
                <p:spPr>
                  <a:xfrm>
                    <a:off x="4131104" y="2631399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85" name="Google Shape;785;p14"/>
                  <p:cNvSpPr/>
                  <p:nvPr/>
                </p:nvSpPr>
                <p:spPr>
                  <a:xfrm>
                    <a:off x="4131104" y="2660023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86" name="Google Shape;786;p14"/>
                  <p:cNvSpPr/>
                  <p:nvPr/>
                </p:nvSpPr>
                <p:spPr>
                  <a:xfrm>
                    <a:off x="4131104" y="2688646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787" name="Google Shape;787;p14"/>
              <p:cNvGrpSpPr/>
              <p:nvPr/>
            </p:nvGrpSpPr>
            <p:grpSpPr>
              <a:xfrm>
                <a:off x="8068746" y="3944350"/>
                <a:ext cx="522018" cy="776192"/>
                <a:chOff x="4131100" y="2430804"/>
                <a:chExt cx="300944" cy="257871"/>
              </a:xfrm>
            </p:grpSpPr>
            <p:sp>
              <p:nvSpPr>
                <p:cNvPr id="788" name="Google Shape;788;p14"/>
                <p:cNvSpPr/>
                <p:nvPr/>
              </p:nvSpPr>
              <p:spPr>
                <a:xfrm>
                  <a:off x="4131104" y="2430804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9" name="Google Shape;789;p14"/>
                <p:cNvSpPr/>
                <p:nvPr/>
              </p:nvSpPr>
              <p:spPr>
                <a:xfrm>
                  <a:off x="4131104" y="245942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0" name="Google Shape;790;p14"/>
                <p:cNvSpPr/>
                <p:nvPr/>
              </p:nvSpPr>
              <p:spPr>
                <a:xfrm>
                  <a:off x="4131104" y="2488026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1" name="Google Shape;791;p14"/>
                <p:cNvSpPr/>
                <p:nvPr/>
              </p:nvSpPr>
              <p:spPr>
                <a:xfrm>
                  <a:off x="4131104" y="2516649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2" name="Google Shape;792;p14"/>
                <p:cNvSpPr/>
                <p:nvPr/>
              </p:nvSpPr>
              <p:spPr>
                <a:xfrm>
                  <a:off x="4131104" y="254524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3" name="Google Shape;793;p14"/>
                <p:cNvSpPr/>
                <p:nvPr/>
              </p:nvSpPr>
              <p:spPr>
                <a:xfrm>
                  <a:off x="4131100" y="257417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4" name="Google Shape;794;p14"/>
                <p:cNvSpPr/>
                <p:nvPr/>
              </p:nvSpPr>
              <p:spPr>
                <a:xfrm>
                  <a:off x="4131100" y="26028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5" name="Google Shape;795;p14"/>
                <p:cNvSpPr/>
                <p:nvPr/>
              </p:nvSpPr>
              <p:spPr>
                <a:xfrm>
                  <a:off x="4131100" y="26314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6" name="Google Shape;796;p14"/>
                <p:cNvSpPr/>
                <p:nvPr/>
              </p:nvSpPr>
              <p:spPr>
                <a:xfrm>
                  <a:off x="4131100" y="266002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7" name="Google Shape;797;p14"/>
                <p:cNvSpPr/>
                <p:nvPr/>
              </p:nvSpPr>
              <p:spPr>
                <a:xfrm>
                  <a:off x="4131100" y="268865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798" name="Google Shape;798;p14"/>
          <p:cNvSpPr txBox="1"/>
          <p:nvPr>
            <p:ph type="title"/>
          </p:nvPr>
        </p:nvSpPr>
        <p:spPr>
          <a:xfrm>
            <a:off x="1617575" y="3245022"/>
            <a:ext cx="4776900" cy="512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9" name="Google Shape;799;p14"/>
          <p:cNvSpPr txBox="1"/>
          <p:nvPr>
            <p:ph idx="1" type="subTitle"/>
          </p:nvPr>
        </p:nvSpPr>
        <p:spPr>
          <a:xfrm>
            <a:off x="1617575" y="1226750"/>
            <a:ext cx="4776900" cy="186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3"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1" name="Google Shape;801;p15"/>
          <p:cNvGrpSpPr/>
          <p:nvPr/>
        </p:nvGrpSpPr>
        <p:grpSpPr>
          <a:xfrm>
            <a:off x="100500" y="-22387"/>
            <a:ext cx="9075517" cy="5188274"/>
            <a:chOff x="100500" y="-22387"/>
            <a:chExt cx="9075517" cy="5188274"/>
          </a:xfrm>
        </p:grpSpPr>
        <p:grpSp>
          <p:nvGrpSpPr>
            <p:cNvPr id="802" name="Google Shape;802;p15"/>
            <p:cNvGrpSpPr/>
            <p:nvPr/>
          </p:nvGrpSpPr>
          <p:grpSpPr>
            <a:xfrm>
              <a:off x="100500" y="100500"/>
              <a:ext cx="7824000" cy="4942500"/>
              <a:chOff x="100500" y="100500"/>
              <a:chExt cx="7824000" cy="4942500"/>
            </a:xfrm>
          </p:grpSpPr>
          <p:sp>
            <p:nvSpPr>
              <p:cNvPr id="803" name="Google Shape;803;p15"/>
              <p:cNvSpPr/>
              <p:nvPr/>
            </p:nvSpPr>
            <p:spPr>
              <a:xfrm>
                <a:off x="100500" y="100500"/>
                <a:ext cx="7824000" cy="4942500"/>
              </a:xfrm>
              <a:prstGeom prst="roundRect">
                <a:avLst>
                  <a:gd fmla="val 3114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04" name="Google Shape;804;p15"/>
              <p:cNvGrpSpPr/>
              <p:nvPr/>
            </p:nvGrpSpPr>
            <p:grpSpPr>
              <a:xfrm>
                <a:off x="201900" y="202050"/>
                <a:ext cx="7622100" cy="4739400"/>
                <a:chOff x="201900" y="202050"/>
                <a:chExt cx="7622100" cy="4739400"/>
              </a:xfrm>
            </p:grpSpPr>
            <p:sp>
              <p:nvSpPr>
                <p:cNvPr id="805" name="Google Shape;805;p15"/>
                <p:cNvSpPr/>
                <p:nvPr/>
              </p:nvSpPr>
              <p:spPr>
                <a:xfrm>
                  <a:off x="201900" y="202050"/>
                  <a:ext cx="7622100" cy="4739400"/>
                </a:xfrm>
                <a:prstGeom prst="roundRect">
                  <a:avLst>
                    <a:gd fmla="val 2399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6" name="Google Shape;806;p15"/>
                <p:cNvSpPr/>
                <p:nvPr/>
              </p:nvSpPr>
              <p:spPr>
                <a:xfrm>
                  <a:off x="303000" y="302550"/>
                  <a:ext cx="7419900" cy="4538400"/>
                </a:xfrm>
                <a:prstGeom prst="roundRect">
                  <a:avLst>
                    <a:gd fmla="val 1202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7" name="Google Shape;807;p15"/>
                <p:cNvSpPr/>
                <p:nvPr/>
              </p:nvSpPr>
              <p:spPr>
                <a:xfrm>
                  <a:off x="403500" y="403050"/>
                  <a:ext cx="7218900" cy="4337400"/>
                </a:xfrm>
                <a:prstGeom prst="roundRect">
                  <a:avLst>
                    <a:gd fmla="val 1202" name="adj"/>
                  </a:avLst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8" name="Google Shape;808;p15"/>
                <p:cNvSpPr/>
                <p:nvPr/>
              </p:nvSpPr>
              <p:spPr>
                <a:xfrm>
                  <a:off x="403500" y="403050"/>
                  <a:ext cx="7218900" cy="100500"/>
                </a:xfrm>
                <a:prstGeom prst="round2SameRect">
                  <a:avLst>
                    <a:gd fmla="val 50000" name="adj1"/>
                    <a:gd fmla="val 0" name="adj2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809" name="Google Shape;809;p15"/>
            <p:cNvGrpSpPr/>
            <p:nvPr/>
          </p:nvGrpSpPr>
          <p:grpSpPr>
            <a:xfrm>
              <a:off x="8068746" y="-22387"/>
              <a:ext cx="1107271" cy="5188274"/>
              <a:chOff x="8068746" y="-22387"/>
              <a:chExt cx="1107271" cy="5188274"/>
            </a:xfrm>
          </p:grpSpPr>
          <p:grpSp>
            <p:nvGrpSpPr>
              <p:cNvPr id="810" name="Google Shape;810;p15"/>
              <p:cNvGrpSpPr/>
              <p:nvPr/>
            </p:nvGrpSpPr>
            <p:grpSpPr>
              <a:xfrm>
                <a:off x="8068746" y="-22387"/>
                <a:ext cx="1107271" cy="5188274"/>
                <a:chOff x="8068746" y="-22387"/>
                <a:chExt cx="1107271" cy="5188274"/>
              </a:xfrm>
            </p:grpSpPr>
            <p:grpSp>
              <p:nvGrpSpPr>
                <p:cNvPr id="811" name="Google Shape;811;p15"/>
                <p:cNvGrpSpPr/>
                <p:nvPr/>
              </p:nvGrpSpPr>
              <p:grpSpPr>
                <a:xfrm>
                  <a:off x="8467466" y="-22387"/>
                  <a:ext cx="708551" cy="5188274"/>
                  <a:chOff x="8467466" y="-22387"/>
                  <a:chExt cx="708551" cy="5188274"/>
                </a:xfrm>
              </p:grpSpPr>
              <p:grpSp>
                <p:nvGrpSpPr>
                  <p:cNvPr id="812" name="Google Shape;812;p15"/>
                  <p:cNvGrpSpPr/>
                  <p:nvPr/>
                </p:nvGrpSpPr>
                <p:grpSpPr>
                  <a:xfrm rot="10800000">
                    <a:off x="8467466" y="-22387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813" name="Google Shape;813;p15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14" name="Google Shape;814;p15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15" name="Google Shape;815;p15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16" name="Google Shape;816;p15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17" name="Google Shape;817;p15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18" name="Google Shape;818;p15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19" name="Google Shape;819;p15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20" name="Google Shape;820;p15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21" name="Google Shape;821;p15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22" name="Google Shape;822;p15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23" name="Google Shape;823;p15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24" name="Google Shape;824;p15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25" name="Google Shape;825;p15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826" name="Google Shape;826;p15"/>
                  <p:cNvGrpSpPr/>
                  <p:nvPr/>
                </p:nvGrpSpPr>
                <p:grpSpPr>
                  <a:xfrm flipH="1">
                    <a:off x="8467466" y="3748199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827" name="Google Shape;827;p15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28" name="Google Shape;828;p15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29" name="Google Shape;829;p15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30" name="Google Shape;830;p15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31" name="Google Shape;831;p15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32" name="Google Shape;832;p15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33" name="Google Shape;833;p15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34" name="Google Shape;834;p15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35" name="Google Shape;835;p15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36" name="Google Shape;836;p15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37" name="Google Shape;837;p15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38" name="Google Shape;838;p15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39" name="Google Shape;839;p15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840" name="Google Shape;840;p15"/>
                <p:cNvGrpSpPr/>
                <p:nvPr/>
              </p:nvGrpSpPr>
              <p:grpSpPr>
                <a:xfrm>
                  <a:off x="8068746" y="422958"/>
                  <a:ext cx="521992" cy="776192"/>
                  <a:chOff x="4131100" y="2430800"/>
                  <a:chExt cx="300930" cy="257871"/>
                </a:xfrm>
              </p:grpSpPr>
              <p:sp>
                <p:nvSpPr>
                  <p:cNvPr id="841" name="Google Shape;841;p15"/>
                  <p:cNvSpPr/>
                  <p:nvPr/>
                </p:nvSpPr>
                <p:spPr>
                  <a:xfrm>
                    <a:off x="4131100" y="243080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42" name="Google Shape;842;p15"/>
                  <p:cNvSpPr/>
                  <p:nvPr/>
                </p:nvSpPr>
                <p:spPr>
                  <a:xfrm>
                    <a:off x="4131100" y="24594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43" name="Google Shape;843;p15"/>
                  <p:cNvSpPr/>
                  <p:nvPr/>
                </p:nvSpPr>
                <p:spPr>
                  <a:xfrm>
                    <a:off x="4131100" y="24880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44" name="Google Shape;844;p15"/>
                  <p:cNvSpPr/>
                  <p:nvPr/>
                </p:nvSpPr>
                <p:spPr>
                  <a:xfrm>
                    <a:off x="4131100" y="25166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45" name="Google Shape;845;p15"/>
                  <p:cNvSpPr/>
                  <p:nvPr/>
                </p:nvSpPr>
                <p:spPr>
                  <a:xfrm>
                    <a:off x="4131100" y="25452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46" name="Google Shape;846;p15"/>
                  <p:cNvSpPr/>
                  <p:nvPr/>
                </p:nvSpPr>
                <p:spPr>
                  <a:xfrm>
                    <a:off x="4131104" y="2574178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47" name="Google Shape;847;p15"/>
                  <p:cNvSpPr/>
                  <p:nvPr/>
                </p:nvSpPr>
                <p:spPr>
                  <a:xfrm>
                    <a:off x="4131104" y="2602801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48" name="Google Shape;848;p15"/>
                  <p:cNvSpPr/>
                  <p:nvPr/>
                </p:nvSpPr>
                <p:spPr>
                  <a:xfrm>
                    <a:off x="4131104" y="2631399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49" name="Google Shape;849;p15"/>
                  <p:cNvSpPr/>
                  <p:nvPr/>
                </p:nvSpPr>
                <p:spPr>
                  <a:xfrm>
                    <a:off x="4131104" y="2660023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50" name="Google Shape;850;p15"/>
                  <p:cNvSpPr/>
                  <p:nvPr/>
                </p:nvSpPr>
                <p:spPr>
                  <a:xfrm>
                    <a:off x="4131104" y="2688646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851" name="Google Shape;851;p15"/>
              <p:cNvGrpSpPr/>
              <p:nvPr/>
            </p:nvGrpSpPr>
            <p:grpSpPr>
              <a:xfrm>
                <a:off x="8068746" y="3944350"/>
                <a:ext cx="522018" cy="776192"/>
                <a:chOff x="4131100" y="2430804"/>
                <a:chExt cx="300944" cy="257871"/>
              </a:xfrm>
            </p:grpSpPr>
            <p:sp>
              <p:nvSpPr>
                <p:cNvPr id="852" name="Google Shape;852;p15"/>
                <p:cNvSpPr/>
                <p:nvPr/>
              </p:nvSpPr>
              <p:spPr>
                <a:xfrm>
                  <a:off x="4131104" y="2430804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3" name="Google Shape;853;p15"/>
                <p:cNvSpPr/>
                <p:nvPr/>
              </p:nvSpPr>
              <p:spPr>
                <a:xfrm>
                  <a:off x="4131104" y="245942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4" name="Google Shape;854;p15"/>
                <p:cNvSpPr/>
                <p:nvPr/>
              </p:nvSpPr>
              <p:spPr>
                <a:xfrm>
                  <a:off x="4131104" y="2488026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5" name="Google Shape;855;p15"/>
                <p:cNvSpPr/>
                <p:nvPr/>
              </p:nvSpPr>
              <p:spPr>
                <a:xfrm>
                  <a:off x="4131104" y="2516649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6" name="Google Shape;856;p15"/>
                <p:cNvSpPr/>
                <p:nvPr/>
              </p:nvSpPr>
              <p:spPr>
                <a:xfrm>
                  <a:off x="4131104" y="254524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7" name="Google Shape;857;p15"/>
                <p:cNvSpPr/>
                <p:nvPr/>
              </p:nvSpPr>
              <p:spPr>
                <a:xfrm>
                  <a:off x="4131100" y="257417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8" name="Google Shape;858;p15"/>
                <p:cNvSpPr/>
                <p:nvPr/>
              </p:nvSpPr>
              <p:spPr>
                <a:xfrm>
                  <a:off x="4131100" y="26028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9" name="Google Shape;859;p15"/>
                <p:cNvSpPr/>
                <p:nvPr/>
              </p:nvSpPr>
              <p:spPr>
                <a:xfrm>
                  <a:off x="4131100" y="26314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0" name="Google Shape;860;p15"/>
                <p:cNvSpPr/>
                <p:nvPr/>
              </p:nvSpPr>
              <p:spPr>
                <a:xfrm>
                  <a:off x="4131100" y="266002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1" name="Google Shape;861;p15"/>
                <p:cNvSpPr/>
                <p:nvPr/>
              </p:nvSpPr>
              <p:spPr>
                <a:xfrm>
                  <a:off x="4131100" y="268865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862" name="Google Shape;862;p15"/>
          <p:cNvSpPr txBox="1"/>
          <p:nvPr>
            <p:ph type="title"/>
          </p:nvPr>
        </p:nvSpPr>
        <p:spPr>
          <a:xfrm>
            <a:off x="720000" y="778450"/>
            <a:ext cx="6569700" cy="457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863" name="Google Shape;863;p15"/>
          <p:cNvSpPr txBox="1"/>
          <p:nvPr>
            <p:ph idx="1" type="body"/>
          </p:nvPr>
        </p:nvSpPr>
        <p:spPr>
          <a:xfrm>
            <a:off x="4155275" y="1401575"/>
            <a:ext cx="3134400" cy="32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4" name="Google Shape;864;p15"/>
          <p:cNvSpPr txBox="1"/>
          <p:nvPr>
            <p:ph idx="2" type="body"/>
          </p:nvPr>
        </p:nvSpPr>
        <p:spPr>
          <a:xfrm>
            <a:off x="720000" y="1401575"/>
            <a:ext cx="3134400" cy="32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23_1_3"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6" name="Google Shape;866;p16"/>
          <p:cNvGrpSpPr/>
          <p:nvPr/>
        </p:nvGrpSpPr>
        <p:grpSpPr>
          <a:xfrm>
            <a:off x="100500" y="-22387"/>
            <a:ext cx="9075517" cy="5188274"/>
            <a:chOff x="100500" y="-22387"/>
            <a:chExt cx="9075517" cy="5188274"/>
          </a:xfrm>
        </p:grpSpPr>
        <p:grpSp>
          <p:nvGrpSpPr>
            <p:cNvPr id="867" name="Google Shape;867;p16"/>
            <p:cNvGrpSpPr/>
            <p:nvPr/>
          </p:nvGrpSpPr>
          <p:grpSpPr>
            <a:xfrm>
              <a:off x="100500" y="100500"/>
              <a:ext cx="7824000" cy="4942500"/>
              <a:chOff x="100500" y="100500"/>
              <a:chExt cx="7824000" cy="4942500"/>
            </a:xfrm>
          </p:grpSpPr>
          <p:sp>
            <p:nvSpPr>
              <p:cNvPr id="868" name="Google Shape;868;p16"/>
              <p:cNvSpPr/>
              <p:nvPr/>
            </p:nvSpPr>
            <p:spPr>
              <a:xfrm>
                <a:off x="100500" y="100500"/>
                <a:ext cx="7824000" cy="4942500"/>
              </a:xfrm>
              <a:prstGeom prst="roundRect">
                <a:avLst>
                  <a:gd fmla="val 3114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69" name="Google Shape;869;p16"/>
              <p:cNvGrpSpPr/>
              <p:nvPr/>
            </p:nvGrpSpPr>
            <p:grpSpPr>
              <a:xfrm>
                <a:off x="201900" y="202050"/>
                <a:ext cx="7622100" cy="4739400"/>
                <a:chOff x="201900" y="202050"/>
                <a:chExt cx="7622100" cy="4739400"/>
              </a:xfrm>
            </p:grpSpPr>
            <p:sp>
              <p:nvSpPr>
                <p:cNvPr id="870" name="Google Shape;870;p16"/>
                <p:cNvSpPr/>
                <p:nvPr/>
              </p:nvSpPr>
              <p:spPr>
                <a:xfrm>
                  <a:off x="201900" y="202050"/>
                  <a:ext cx="7622100" cy="4739400"/>
                </a:xfrm>
                <a:prstGeom prst="roundRect">
                  <a:avLst>
                    <a:gd fmla="val 2399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1" name="Google Shape;871;p16"/>
                <p:cNvSpPr/>
                <p:nvPr/>
              </p:nvSpPr>
              <p:spPr>
                <a:xfrm>
                  <a:off x="303000" y="302550"/>
                  <a:ext cx="7419900" cy="4538400"/>
                </a:xfrm>
                <a:prstGeom prst="roundRect">
                  <a:avLst>
                    <a:gd fmla="val 1202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2" name="Google Shape;872;p16"/>
                <p:cNvSpPr/>
                <p:nvPr/>
              </p:nvSpPr>
              <p:spPr>
                <a:xfrm>
                  <a:off x="403500" y="403050"/>
                  <a:ext cx="7218900" cy="4337400"/>
                </a:xfrm>
                <a:prstGeom prst="roundRect">
                  <a:avLst>
                    <a:gd fmla="val 1202" name="adj"/>
                  </a:avLst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3" name="Google Shape;873;p16"/>
                <p:cNvSpPr/>
                <p:nvPr/>
              </p:nvSpPr>
              <p:spPr>
                <a:xfrm>
                  <a:off x="403500" y="403050"/>
                  <a:ext cx="7218900" cy="100500"/>
                </a:xfrm>
                <a:prstGeom prst="round2SameRect">
                  <a:avLst>
                    <a:gd fmla="val 50000" name="adj1"/>
                    <a:gd fmla="val 0" name="adj2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874" name="Google Shape;874;p16"/>
            <p:cNvGrpSpPr/>
            <p:nvPr/>
          </p:nvGrpSpPr>
          <p:grpSpPr>
            <a:xfrm>
              <a:off x="8068746" y="-22387"/>
              <a:ext cx="1107271" cy="5188274"/>
              <a:chOff x="8068746" y="-22387"/>
              <a:chExt cx="1107271" cy="5188274"/>
            </a:xfrm>
          </p:grpSpPr>
          <p:grpSp>
            <p:nvGrpSpPr>
              <p:cNvPr id="875" name="Google Shape;875;p16"/>
              <p:cNvGrpSpPr/>
              <p:nvPr/>
            </p:nvGrpSpPr>
            <p:grpSpPr>
              <a:xfrm>
                <a:off x="8068746" y="-22387"/>
                <a:ext cx="1107271" cy="5188274"/>
                <a:chOff x="8068746" y="-22387"/>
                <a:chExt cx="1107271" cy="5188274"/>
              </a:xfrm>
            </p:grpSpPr>
            <p:grpSp>
              <p:nvGrpSpPr>
                <p:cNvPr id="876" name="Google Shape;876;p16"/>
                <p:cNvGrpSpPr/>
                <p:nvPr/>
              </p:nvGrpSpPr>
              <p:grpSpPr>
                <a:xfrm>
                  <a:off x="8467466" y="-22387"/>
                  <a:ext cx="708551" cy="5188274"/>
                  <a:chOff x="8467466" y="-22387"/>
                  <a:chExt cx="708551" cy="5188274"/>
                </a:xfrm>
              </p:grpSpPr>
              <p:grpSp>
                <p:nvGrpSpPr>
                  <p:cNvPr id="877" name="Google Shape;877;p16"/>
                  <p:cNvGrpSpPr/>
                  <p:nvPr/>
                </p:nvGrpSpPr>
                <p:grpSpPr>
                  <a:xfrm rot="10800000">
                    <a:off x="8467466" y="-22387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878" name="Google Shape;878;p16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79" name="Google Shape;879;p16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80" name="Google Shape;880;p16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81" name="Google Shape;881;p16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82" name="Google Shape;882;p16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83" name="Google Shape;883;p16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84" name="Google Shape;884;p16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85" name="Google Shape;885;p16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86" name="Google Shape;886;p16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87" name="Google Shape;887;p16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88" name="Google Shape;888;p16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89" name="Google Shape;889;p16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0" name="Google Shape;890;p16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891" name="Google Shape;891;p16"/>
                  <p:cNvGrpSpPr/>
                  <p:nvPr/>
                </p:nvGrpSpPr>
                <p:grpSpPr>
                  <a:xfrm flipH="1">
                    <a:off x="8467466" y="3748199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892" name="Google Shape;892;p16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3" name="Google Shape;893;p16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4" name="Google Shape;894;p16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5" name="Google Shape;895;p16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6" name="Google Shape;896;p16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7" name="Google Shape;897;p16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8" name="Google Shape;898;p16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9" name="Google Shape;899;p16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00" name="Google Shape;900;p16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01" name="Google Shape;901;p16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02" name="Google Shape;902;p16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03" name="Google Shape;903;p16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04" name="Google Shape;904;p16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905" name="Google Shape;905;p16"/>
                <p:cNvGrpSpPr/>
                <p:nvPr/>
              </p:nvGrpSpPr>
              <p:grpSpPr>
                <a:xfrm>
                  <a:off x="8068746" y="422958"/>
                  <a:ext cx="521992" cy="776192"/>
                  <a:chOff x="4131100" y="2430800"/>
                  <a:chExt cx="300930" cy="257871"/>
                </a:xfrm>
              </p:grpSpPr>
              <p:sp>
                <p:nvSpPr>
                  <p:cNvPr id="906" name="Google Shape;906;p16"/>
                  <p:cNvSpPr/>
                  <p:nvPr/>
                </p:nvSpPr>
                <p:spPr>
                  <a:xfrm>
                    <a:off x="4131100" y="243080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07" name="Google Shape;907;p16"/>
                  <p:cNvSpPr/>
                  <p:nvPr/>
                </p:nvSpPr>
                <p:spPr>
                  <a:xfrm>
                    <a:off x="4131100" y="24594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08" name="Google Shape;908;p16"/>
                  <p:cNvSpPr/>
                  <p:nvPr/>
                </p:nvSpPr>
                <p:spPr>
                  <a:xfrm>
                    <a:off x="4131100" y="24880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09" name="Google Shape;909;p16"/>
                  <p:cNvSpPr/>
                  <p:nvPr/>
                </p:nvSpPr>
                <p:spPr>
                  <a:xfrm>
                    <a:off x="4131100" y="25166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10" name="Google Shape;910;p16"/>
                  <p:cNvSpPr/>
                  <p:nvPr/>
                </p:nvSpPr>
                <p:spPr>
                  <a:xfrm>
                    <a:off x="4131100" y="25452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11" name="Google Shape;911;p16"/>
                  <p:cNvSpPr/>
                  <p:nvPr/>
                </p:nvSpPr>
                <p:spPr>
                  <a:xfrm>
                    <a:off x="4131104" y="2574178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12" name="Google Shape;912;p16"/>
                  <p:cNvSpPr/>
                  <p:nvPr/>
                </p:nvSpPr>
                <p:spPr>
                  <a:xfrm>
                    <a:off x="4131104" y="2602801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13" name="Google Shape;913;p16"/>
                  <p:cNvSpPr/>
                  <p:nvPr/>
                </p:nvSpPr>
                <p:spPr>
                  <a:xfrm>
                    <a:off x="4131104" y="2631399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14" name="Google Shape;914;p16"/>
                  <p:cNvSpPr/>
                  <p:nvPr/>
                </p:nvSpPr>
                <p:spPr>
                  <a:xfrm>
                    <a:off x="4131104" y="2660023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15" name="Google Shape;915;p16"/>
                  <p:cNvSpPr/>
                  <p:nvPr/>
                </p:nvSpPr>
                <p:spPr>
                  <a:xfrm>
                    <a:off x="4131104" y="2688646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916" name="Google Shape;916;p16"/>
              <p:cNvGrpSpPr/>
              <p:nvPr/>
            </p:nvGrpSpPr>
            <p:grpSpPr>
              <a:xfrm>
                <a:off x="8068746" y="3944350"/>
                <a:ext cx="522018" cy="776192"/>
                <a:chOff x="4131100" y="2430804"/>
                <a:chExt cx="300944" cy="257871"/>
              </a:xfrm>
            </p:grpSpPr>
            <p:sp>
              <p:nvSpPr>
                <p:cNvPr id="917" name="Google Shape;917;p16"/>
                <p:cNvSpPr/>
                <p:nvPr/>
              </p:nvSpPr>
              <p:spPr>
                <a:xfrm>
                  <a:off x="4131104" y="2430804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8" name="Google Shape;918;p16"/>
                <p:cNvSpPr/>
                <p:nvPr/>
              </p:nvSpPr>
              <p:spPr>
                <a:xfrm>
                  <a:off x="4131104" y="245942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9" name="Google Shape;919;p16"/>
                <p:cNvSpPr/>
                <p:nvPr/>
              </p:nvSpPr>
              <p:spPr>
                <a:xfrm>
                  <a:off x="4131104" y="2488026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0" name="Google Shape;920;p16"/>
                <p:cNvSpPr/>
                <p:nvPr/>
              </p:nvSpPr>
              <p:spPr>
                <a:xfrm>
                  <a:off x="4131104" y="2516649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1" name="Google Shape;921;p16"/>
                <p:cNvSpPr/>
                <p:nvPr/>
              </p:nvSpPr>
              <p:spPr>
                <a:xfrm>
                  <a:off x="4131104" y="254524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2" name="Google Shape;922;p16"/>
                <p:cNvSpPr/>
                <p:nvPr/>
              </p:nvSpPr>
              <p:spPr>
                <a:xfrm>
                  <a:off x="4131100" y="257417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3" name="Google Shape;923;p16"/>
                <p:cNvSpPr/>
                <p:nvPr/>
              </p:nvSpPr>
              <p:spPr>
                <a:xfrm>
                  <a:off x="4131100" y="26028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4" name="Google Shape;924;p16"/>
                <p:cNvSpPr/>
                <p:nvPr/>
              </p:nvSpPr>
              <p:spPr>
                <a:xfrm>
                  <a:off x="4131100" y="26314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5" name="Google Shape;925;p16"/>
                <p:cNvSpPr/>
                <p:nvPr/>
              </p:nvSpPr>
              <p:spPr>
                <a:xfrm>
                  <a:off x="4131100" y="266002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6" name="Google Shape;926;p16"/>
                <p:cNvSpPr/>
                <p:nvPr/>
              </p:nvSpPr>
              <p:spPr>
                <a:xfrm>
                  <a:off x="4131100" y="268865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927" name="Google Shape;927;p16"/>
          <p:cNvSpPr txBox="1"/>
          <p:nvPr>
            <p:ph type="title"/>
          </p:nvPr>
        </p:nvSpPr>
        <p:spPr>
          <a:xfrm>
            <a:off x="720000" y="778450"/>
            <a:ext cx="6569700" cy="457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928" name="Google Shape;928;p16"/>
          <p:cNvSpPr txBox="1"/>
          <p:nvPr>
            <p:ph idx="1" type="subTitle"/>
          </p:nvPr>
        </p:nvSpPr>
        <p:spPr>
          <a:xfrm>
            <a:off x="1152037" y="3271697"/>
            <a:ext cx="2419800" cy="81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/>
        </p:txBody>
      </p:sp>
      <p:sp>
        <p:nvSpPr>
          <p:cNvPr id="929" name="Google Shape;929;p16"/>
          <p:cNvSpPr txBox="1"/>
          <p:nvPr>
            <p:ph idx="2" type="subTitle"/>
          </p:nvPr>
        </p:nvSpPr>
        <p:spPr>
          <a:xfrm>
            <a:off x="1152037" y="3983326"/>
            <a:ext cx="2419800" cy="5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30" name="Google Shape;930;p16"/>
          <p:cNvSpPr txBox="1"/>
          <p:nvPr>
            <p:ph idx="3" type="subTitle"/>
          </p:nvPr>
        </p:nvSpPr>
        <p:spPr>
          <a:xfrm>
            <a:off x="4437861" y="3271697"/>
            <a:ext cx="2419800" cy="81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/>
        </p:txBody>
      </p:sp>
      <p:sp>
        <p:nvSpPr>
          <p:cNvPr id="931" name="Google Shape;931;p16"/>
          <p:cNvSpPr txBox="1"/>
          <p:nvPr>
            <p:ph idx="4" type="subTitle"/>
          </p:nvPr>
        </p:nvSpPr>
        <p:spPr>
          <a:xfrm>
            <a:off x="4437861" y="3983326"/>
            <a:ext cx="2419800" cy="5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_2_1_1"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3" name="Google Shape;933;p17"/>
          <p:cNvGrpSpPr/>
          <p:nvPr/>
        </p:nvGrpSpPr>
        <p:grpSpPr>
          <a:xfrm>
            <a:off x="100500" y="-22387"/>
            <a:ext cx="9075517" cy="5188274"/>
            <a:chOff x="100500" y="-22387"/>
            <a:chExt cx="9075517" cy="5188274"/>
          </a:xfrm>
        </p:grpSpPr>
        <p:grpSp>
          <p:nvGrpSpPr>
            <p:cNvPr id="934" name="Google Shape;934;p17"/>
            <p:cNvGrpSpPr/>
            <p:nvPr/>
          </p:nvGrpSpPr>
          <p:grpSpPr>
            <a:xfrm>
              <a:off x="100500" y="100500"/>
              <a:ext cx="7824000" cy="4942500"/>
              <a:chOff x="100500" y="100500"/>
              <a:chExt cx="7824000" cy="4942500"/>
            </a:xfrm>
          </p:grpSpPr>
          <p:sp>
            <p:nvSpPr>
              <p:cNvPr id="935" name="Google Shape;935;p17"/>
              <p:cNvSpPr/>
              <p:nvPr/>
            </p:nvSpPr>
            <p:spPr>
              <a:xfrm>
                <a:off x="100500" y="100500"/>
                <a:ext cx="7824000" cy="4942500"/>
              </a:xfrm>
              <a:prstGeom prst="roundRect">
                <a:avLst>
                  <a:gd fmla="val 3114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36" name="Google Shape;936;p17"/>
              <p:cNvGrpSpPr/>
              <p:nvPr/>
            </p:nvGrpSpPr>
            <p:grpSpPr>
              <a:xfrm>
                <a:off x="201900" y="202050"/>
                <a:ext cx="7622100" cy="4739400"/>
                <a:chOff x="201900" y="202050"/>
                <a:chExt cx="7622100" cy="4739400"/>
              </a:xfrm>
            </p:grpSpPr>
            <p:sp>
              <p:nvSpPr>
                <p:cNvPr id="937" name="Google Shape;937;p17"/>
                <p:cNvSpPr/>
                <p:nvPr/>
              </p:nvSpPr>
              <p:spPr>
                <a:xfrm>
                  <a:off x="201900" y="202050"/>
                  <a:ext cx="7622100" cy="4739400"/>
                </a:xfrm>
                <a:prstGeom prst="roundRect">
                  <a:avLst>
                    <a:gd fmla="val 2399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8" name="Google Shape;938;p17"/>
                <p:cNvSpPr/>
                <p:nvPr/>
              </p:nvSpPr>
              <p:spPr>
                <a:xfrm>
                  <a:off x="303000" y="302550"/>
                  <a:ext cx="7419900" cy="4538400"/>
                </a:xfrm>
                <a:prstGeom prst="roundRect">
                  <a:avLst>
                    <a:gd fmla="val 1202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9" name="Google Shape;939;p17"/>
                <p:cNvSpPr/>
                <p:nvPr/>
              </p:nvSpPr>
              <p:spPr>
                <a:xfrm>
                  <a:off x="403500" y="403050"/>
                  <a:ext cx="7218900" cy="4337400"/>
                </a:xfrm>
                <a:prstGeom prst="roundRect">
                  <a:avLst>
                    <a:gd fmla="val 1202" name="adj"/>
                  </a:avLst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0" name="Google Shape;940;p17"/>
                <p:cNvSpPr/>
                <p:nvPr/>
              </p:nvSpPr>
              <p:spPr>
                <a:xfrm>
                  <a:off x="403500" y="403050"/>
                  <a:ext cx="7218900" cy="100500"/>
                </a:xfrm>
                <a:prstGeom prst="round2SameRect">
                  <a:avLst>
                    <a:gd fmla="val 50000" name="adj1"/>
                    <a:gd fmla="val 0" name="adj2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941" name="Google Shape;941;p17"/>
            <p:cNvGrpSpPr/>
            <p:nvPr/>
          </p:nvGrpSpPr>
          <p:grpSpPr>
            <a:xfrm>
              <a:off x="8068746" y="-22387"/>
              <a:ext cx="1107271" cy="5188274"/>
              <a:chOff x="8068746" y="-22387"/>
              <a:chExt cx="1107271" cy="5188274"/>
            </a:xfrm>
          </p:grpSpPr>
          <p:grpSp>
            <p:nvGrpSpPr>
              <p:cNvPr id="942" name="Google Shape;942;p17"/>
              <p:cNvGrpSpPr/>
              <p:nvPr/>
            </p:nvGrpSpPr>
            <p:grpSpPr>
              <a:xfrm>
                <a:off x="8068746" y="-22387"/>
                <a:ext cx="1107271" cy="5188274"/>
                <a:chOff x="8068746" y="-22387"/>
                <a:chExt cx="1107271" cy="5188274"/>
              </a:xfrm>
            </p:grpSpPr>
            <p:grpSp>
              <p:nvGrpSpPr>
                <p:cNvPr id="943" name="Google Shape;943;p17"/>
                <p:cNvGrpSpPr/>
                <p:nvPr/>
              </p:nvGrpSpPr>
              <p:grpSpPr>
                <a:xfrm>
                  <a:off x="8467466" y="-22387"/>
                  <a:ext cx="708551" cy="5188274"/>
                  <a:chOff x="8467466" y="-22387"/>
                  <a:chExt cx="708551" cy="5188274"/>
                </a:xfrm>
              </p:grpSpPr>
              <p:grpSp>
                <p:nvGrpSpPr>
                  <p:cNvPr id="944" name="Google Shape;944;p17"/>
                  <p:cNvGrpSpPr/>
                  <p:nvPr/>
                </p:nvGrpSpPr>
                <p:grpSpPr>
                  <a:xfrm rot="10800000">
                    <a:off x="8467466" y="-22387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945" name="Google Shape;945;p17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46" name="Google Shape;946;p17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47" name="Google Shape;947;p17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48" name="Google Shape;948;p17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49" name="Google Shape;949;p17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50" name="Google Shape;950;p17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51" name="Google Shape;951;p17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52" name="Google Shape;952;p17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53" name="Google Shape;953;p17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54" name="Google Shape;954;p17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55" name="Google Shape;955;p17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56" name="Google Shape;956;p17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57" name="Google Shape;957;p17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958" name="Google Shape;958;p17"/>
                  <p:cNvGrpSpPr/>
                  <p:nvPr/>
                </p:nvGrpSpPr>
                <p:grpSpPr>
                  <a:xfrm flipH="1">
                    <a:off x="8467466" y="3748199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959" name="Google Shape;959;p17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60" name="Google Shape;960;p17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61" name="Google Shape;961;p17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62" name="Google Shape;962;p17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63" name="Google Shape;963;p17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64" name="Google Shape;964;p17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65" name="Google Shape;965;p17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66" name="Google Shape;966;p17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67" name="Google Shape;967;p17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68" name="Google Shape;968;p17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69" name="Google Shape;969;p17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70" name="Google Shape;970;p17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71" name="Google Shape;971;p17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972" name="Google Shape;972;p17"/>
                <p:cNvGrpSpPr/>
                <p:nvPr/>
              </p:nvGrpSpPr>
              <p:grpSpPr>
                <a:xfrm>
                  <a:off x="8068746" y="422958"/>
                  <a:ext cx="521992" cy="776192"/>
                  <a:chOff x="4131100" y="2430800"/>
                  <a:chExt cx="300930" cy="257871"/>
                </a:xfrm>
              </p:grpSpPr>
              <p:sp>
                <p:nvSpPr>
                  <p:cNvPr id="973" name="Google Shape;973;p17"/>
                  <p:cNvSpPr/>
                  <p:nvPr/>
                </p:nvSpPr>
                <p:spPr>
                  <a:xfrm>
                    <a:off x="4131100" y="243080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74" name="Google Shape;974;p17"/>
                  <p:cNvSpPr/>
                  <p:nvPr/>
                </p:nvSpPr>
                <p:spPr>
                  <a:xfrm>
                    <a:off x="4131100" y="24594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75" name="Google Shape;975;p17"/>
                  <p:cNvSpPr/>
                  <p:nvPr/>
                </p:nvSpPr>
                <p:spPr>
                  <a:xfrm>
                    <a:off x="4131100" y="24880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76" name="Google Shape;976;p17"/>
                  <p:cNvSpPr/>
                  <p:nvPr/>
                </p:nvSpPr>
                <p:spPr>
                  <a:xfrm>
                    <a:off x="4131100" y="25166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77" name="Google Shape;977;p17"/>
                  <p:cNvSpPr/>
                  <p:nvPr/>
                </p:nvSpPr>
                <p:spPr>
                  <a:xfrm>
                    <a:off x="4131100" y="25452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78" name="Google Shape;978;p17"/>
                  <p:cNvSpPr/>
                  <p:nvPr/>
                </p:nvSpPr>
                <p:spPr>
                  <a:xfrm>
                    <a:off x="4131104" y="2574178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79" name="Google Shape;979;p17"/>
                  <p:cNvSpPr/>
                  <p:nvPr/>
                </p:nvSpPr>
                <p:spPr>
                  <a:xfrm>
                    <a:off x="4131104" y="2602801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80" name="Google Shape;980;p17"/>
                  <p:cNvSpPr/>
                  <p:nvPr/>
                </p:nvSpPr>
                <p:spPr>
                  <a:xfrm>
                    <a:off x="4131104" y="2631399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81" name="Google Shape;981;p17"/>
                  <p:cNvSpPr/>
                  <p:nvPr/>
                </p:nvSpPr>
                <p:spPr>
                  <a:xfrm>
                    <a:off x="4131104" y="2660023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82" name="Google Shape;982;p17"/>
                  <p:cNvSpPr/>
                  <p:nvPr/>
                </p:nvSpPr>
                <p:spPr>
                  <a:xfrm>
                    <a:off x="4131104" y="2688646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983" name="Google Shape;983;p17"/>
              <p:cNvGrpSpPr/>
              <p:nvPr/>
            </p:nvGrpSpPr>
            <p:grpSpPr>
              <a:xfrm>
                <a:off x="8068746" y="3944350"/>
                <a:ext cx="522018" cy="776192"/>
                <a:chOff x="4131100" y="2430804"/>
                <a:chExt cx="300944" cy="257871"/>
              </a:xfrm>
            </p:grpSpPr>
            <p:sp>
              <p:nvSpPr>
                <p:cNvPr id="984" name="Google Shape;984;p17"/>
                <p:cNvSpPr/>
                <p:nvPr/>
              </p:nvSpPr>
              <p:spPr>
                <a:xfrm>
                  <a:off x="4131104" y="2430804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5" name="Google Shape;985;p17"/>
                <p:cNvSpPr/>
                <p:nvPr/>
              </p:nvSpPr>
              <p:spPr>
                <a:xfrm>
                  <a:off x="4131104" y="245942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6" name="Google Shape;986;p17"/>
                <p:cNvSpPr/>
                <p:nvPr/>
              </p:nvSpPr>
              <p:spPr>
                <a:xfrm>
                  <a:off x="4131104" y="2488026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7" name="Google Shape;987;p17"/>
                <p:cNvSpPr/>
                <p:nvPr/>
              </p:nvSpPr>
              <p:spPr>
                <a:xfrm>
                  <a:off x="4131104" y="2516649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8" name="Google Shape;988;p17"/>
                <p:cNvSpPr/>
                <p:nvPr/>
              </p:nvSpPr>
              <p:spPr>
                <a:xfrm>
                  <a:off x="4131104" y="254524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9" name="Google Shape;989;p17"/>
                <p:cNvSpPr/>
                <p:nvPr/>
              </p:nvSpPr>
              <p:spPr>
                <a:xfrm>
                  <a:off x="4131100" y="257417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0" name="Google Shape;990;p17"/>
                <p:cNvSpPr/>
                <p:nvPr/>
              </p:nvSpPr>
              <p:spPr>
                <a:xfrm>
                  <a:off x="4131100" y="26028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1" name="Google Shape;991;p17"/>
                <p:cNvSpPr/>
                <p:nvPr/>
              </p:nvSpPr>
              <p:spPr>
                <a:xfrm>
                  <a:off x="4131100" y="26314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2" name="Google Shape;992;p17"/>
                <p:cNvSpPr/>
                <p:nvPr/>
              </p:nvSpPr>
              <p:spPr>
                <a:xfrm>
                  <a:off x="4131100" y="266002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3" name="Google Shape;993;p17"/>
                <p:cNvSpPr/>
                <p:nvPr/>
              </p:nvSpPr>
              <p:spPr>
                <a:xfrm>
                  <a:off x="4131100" y="268865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994" name="Google Shape;994;p17"/>
          <p:cNvSpPr txBox="1"/>
          <p:nvPr>
            <p:ph type="title"/>
          </p:nvPr>
        </p:nvSpPr>
        <p:spPr>
          <a:xfrm>
            <a:off x="720000" y="778450"/>
            <a:ext cx="6569700" cy="457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995" name="Google Shape;995;p17"/>
          <p:cNvSpPr txBox="1"/>
          <p:nvPr>
            <p:ph idx="1" type="subTitle"/>
          </p:nvPr>
        </p:nvSpPr>
        <p:spPr>
          <a:xfrm>
            <a:off x="720063" y="2827391"/>
            <a:ext cx="19806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/>
        </p:txBody>
      </p:sp>
      <p:sp>
        <p:nvSpPr>
          <p:cNvPr id="996" name="Google Shape;996;p17"/>
          <p:cNvSpPr txBox="1"/>
          <p:nvPr>
            <p:ph idx="2" type="subTitle"/>
          </p:nvPr>
        </p:nvSpPr>
        <p:spPr>
          <a:xfrm>
            <a:off x="720063" y="3319331"/>
            <a:ext cx="1980600" cy="8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97" name="Google Shape;997;p17"/>
          <p:cNvSpPr txBox="1"/>
          <p:nvPr>
            <p:ph idx="3" type="subTitle"/>
          </p:nvPr>
        </p:nvSpPr>
        <p:spPr>
          <a:xfrm>
            <a:off x="3014551" y="2827391"/>
            <a:ext cx="19806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/>
        </p:txBody>
      </p:sp>
      <p:sp>
        <p:nvSpPr>
          <p:cNvPr id="998" name="Google Shape;998;p17"/>
          <p:cNvSpPr txBox="1"/>
          <p:nvPr>
            <p:ph idx="4" type="subTitle"/>
          </p:nvPr>
        </p:nvSpPr>
        <p:spPr>
          <a:xfrm>
            <a:off x="3014551" y="3319331"/>
            <a:ext cx="1980600" cy="8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99" name="Google Shape;999;p17"/>
          <p:cNvSpPr txBox="1"/>
          <p:nvPr>
            <p:ph idx="5" type="subTitle"/>
          </p:nvPr>
        </p:nvSpPr>
        <p:spPr>
          <a:xfrm>
            <a:off x="5309038" y="2827391"/>
            <a:ext cx="19806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/>
        </p:txBody>
      </p:sp>
      <p:sp>
        <p:nvSpPr>
          <p:cNvPr id="1000" name="Google Shape;1000;p17"/>
          <p:cNvSpPr txBox="1"/>
          <p:nvPr>
            <p:ph idx="6" type="subTitle"/>
          </p:nvPr>
        </p:nvSpPr>
        <p:spPr>
          <a:xfrm>
            <a:off x="5309038" y="3319331"/>
            <a:ext cx="1980600" cy="8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3_1_4_2_1_1_1"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2" name="Google Shape;1002;p18"/>
          <p:cNvGrpSpPr/>
          <p:nvPr/>
        </p:nvGrpSpPr>
        <p:grpSpPr>
          <a:xfrm>
            <a:off x="100500" y="-22387"/>
            <a:ext cx="9075517" cy="5188274"/>
            <a:chOff x="100500" y="-22387"/>
            <a:chExt cx="9075517" cy="5188274"/>
          </a:xfrm>
        </p:grpSpPr>
        <p:grpSp>
          <p:nvGrpSpPr>
            <p:cNvPr id="1003" name="Google Shape;1003;p18"/>
            <p:cNvGrpSpPr/>
            <p:nvPr/>
          </p:nvGrpSpPr>
          <p:grpSpPr>
            <a:xfrm>
              <a:off x="100500" y="100500"/>
              <a:ext cx="7824000" cy="4942500"/>
              <a:chOff x="100500" y="100500"/>
              <a:chExt cx="7824000" cy="4942500"/>
            </a:xfrm>
          </p:grpSpPr>
          <p:sp>
            <p:nvSpPr>
              <p:cNvPr id="1004" name="Google Shape;1004;p18"/>
              <p:cNvSpPr/>
              <p:nvPr/>
            </p:nvSpPr>
            <p:spPr>
              <a:xfrm>
                <a:off x="100500" y="100500"/>
                <a:ext cx="7824000" cy="4942500"/>
              </a:xfrm>
              <a:prstGeom prst="roundRect">
                <a:avLst>
                  <a:gd fmla="val 3114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05" name="Google Shape;1005;p18"/>
              <p:cNvGrpSpPr/>
              <p:nvPr/>
            </p:nvGrpSpPr>
            <p:grpSpPr>
              <a:xfrm>
                <a:off x="201900" y="202050"/>
                <a:ext cx="7622100" cy="4739400"/>
                <a:chOff x="201900" y="202050"/>
                <a:chExt cx="7622100" cy="4739400"/>
              </a:xfrm>
            </p:grpSpPr>
            <p:sp>
              <p:nvSpPr>
                <p:cNvPr id="1006" name="Google Shape;1006;p18"/>
                <p:cNvSpPr/>
                <p:nvPr/>
              </p:nvSpPr>
              <p:spPr>
                <a:xfrm>
                  <a:off x="201900" y="202050"/>
                  <a:ext cx="7622100" cy="4739400"/>
                </a:xfrm>
                <a:prstGeom prst="roundRect">
                  <a:avLst>
                    <a:gd fmla="val 2399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7" name="Google Shape;1007;p18"/>
                <p:cNvSpPr/>
                <p:nvPr/>
              </p:nvSpPr>
              <p:spPr>
                <a:xfrm>
                  <a:off x="303000" y="302550"/>
                  <a:ext cx="7419900" cy="4538400"/>
                </a:xfrm>
                <a:prstGeom prst="roundRect">
                  <a:avLst>
                    <a:gd fmla="val 1202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8" name="Google Shape;1008;p18"/>
                <p:cNvSpPr/>
                <p:nvPr/>
              </p:nvSpPr>
              <p:spPr>
                <a:xfrm>
                  <a:off x="403500" y="403050"/>
                  <a:ext cx="7218900" cy="4337400"/>
                </a:xfrm>
                <a:prstGeom prst="roundRect">
                  <a:avLst>
                    <a:gd fmla="val 1202" name="adj"/>
                  </a:avLst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9" name="Google Shape;1009;p18"/>
                <p:cNvSpPr/>
                <p:nvPr/>
              </p:nvSpPr>
              <p:spPr>
                <a:xfrm>
                  <a:off x="403500" y="403050"/>
                  <a:ext cx="7218900" cy="100500"/>
                </a:xfrm>
                <a:prstGeom prst="round2SameRect">
                  <a:avLst>
                    <a:gd fmla="val 50000" name="adj1"/>
                    <a:gd fmla="val 0" name="adj2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010" name="Google Shape;1010;p18"/>
            <p:cNvGrpSpPr/>
            <p:nvPr/>
          </p:nvGrpSpPr>
          <p:grpSpPr>
            <a:xfrm>
              <a:off x="8068746" y="-22387"/>
              <a:ext cx="1107271" cy="5188274"/>
              <a:chOff x="8068746" y="-22387"/>
              <a:chExt cx="1107271" cy="5188274"/>
            </a:xfrm>
          </p:grpSpPr>
          <p:grpSp>
            <p:nvGrpSpPr>
              <p:cNvPr id="1011" name="Google Shape;1011;p18"/>
              <p:cNvGrpSpPr/>
              <p:nvPr/>
            </p:nvGrpSpPr>
            <p:grpSpPr>
              <a:xfrm>
                <a:off x="8068746" y="-22387"/>
                <a:ext cx="1107271" cy="5188274"/>
                <a:chOff x="8068746" y="-22387"/>
                <a:chExt cx="1107271" cy="5188274"/>
              </a:xfrm>
            </p:grpSpPr>
            <p:grpSp>
              <p:nvGrpSpPr>
                <p:cNvPr id="1012" name="Google Shape;1012;p18"/>
                <p:cNvGrpSpPr/>
                <p:nvPr/>
              </p:nvGrpSpPr>
              <p:grpSpPr>
                <a:xfrm>
                  <a:off x="8467466" y="-22387"/>
                  <a:ext cx="708551" cy="5188274"/>
                  <a:chOff x="8467466" y="-22387"/>
                  <a:chExt cx="708551" cy="5188274"/>
                </a:xfrm>
              </p:grpSpPr>
              <p:grpSp>
                <p:nvGrpSpPr>
                  <p:cNvPr id="1013" name="Google Shape;1013;p18"/>
                  <p:cNvGrpSpPr/>
                  <p:nvPr/>
                </p:nvGrpSpPr>
                <p:grpSpPr>
                  <a:xfrm rot="10800000">
                    <a:off x="8467466" y="-22387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1014" name="Google Shape;1014;p18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15" name="Google Shape;1015;p18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16" name="Google Shape;1016;p18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17" name="Google Shape;1017;p18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18" name="Google Shape;1018;p18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19" name="Google Shape;1019;p18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20" name="Google Shape;1020;p18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21" name="Google Shape;1021;p18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22" name="Google Shape;1022;p18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23" name="Google Shape;1023;p18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24" name="Google Shape;1024;p18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25" name="Google Shape;1025;p18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26" name="Google Shape;1026;p18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027" name="Google Shape;1027;p18"/>
                  <p:cNvGrpSpPr/>
                  <p:nvPr/>
                </p:nvGrpSpPr>
                <p:grpSpPr>
                  <a:xfrm flipH="1">
                    <a:off x="8467466" y="3748199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1028" name="Google Shape;1028;p18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29" name="Google Shape;1029;p18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30" name="Google Shape;1030;p18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31" name="Google Shape;1031;p18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32" name="Google Shape;1032;p18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33" name="Google Shape;1033;p18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34" name="Google Shape;1034;p18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35" name="Google Shape;1035;p18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36" name="Google Shape;1036;p18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37" name="Google Shape;1037;p18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38" name="Google Shape;1038;p18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39" name="Google Shape;1039;p18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40" name="Google Shape;1040;p18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1041" name="Google Shape;1041;p18"/>
                <p:cNvGrpSpPr/>
                <p:nvPr/>
              </p:nvGrpSpPr>
              <p:grpSpPr>
                <a:xfrm>
                  <a:off x="8068746" y="422958"/>
                  <a:ext cx="521992" cy="776192"/>
                  <a:chOff x="4131100" y="2430800"/>
                  <a:chExt cx="300930" cy="257871"/>
                </a:xfrm>
              </p:grpSpPr>
              <p:sp>
                <p:nvSpPr>
                  <p:cNvPr id="1042" name="Google Shape;1042;p18"/>
                  <p:cNvSpPr/>
                  <p:nvPr/>
                </p:nvSpPr>
                <p:spPr>
                  <a:xfrm>
                    <a:off x="4131100" y="243080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43" name="Google Shape;1043;p18"/>
                  <p:cNvSpPr/>
                  <p:nvPr/>
                </p:nvSpPr>
                <p:spPr>
                  <a:xfrm>
                    <a:off x="4131100" y="24594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44" name="Google Shape;1044;p18"/>
                  <p:cNvSpPr/>
                  <p:nvPr/>
                </p:nvSpPr>
                <p:spPr>
                  <a:xfrm>
                    <a:off x="4131100" y="24880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45" name="Google Shape;1045;p18"/>
                  <p:cNvSpPr/>
                  <p:nvPr/>
                </p:nvSpPr>
                <p:spPr>
                  <a:xfrm>
                    <a:off x="4131100" y="25166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46" name="Google Shape;1046;p18"/>
                  <p:cNvSpPr/>
                  <p:nvPr/>
                </p:nvSpPr>
                <p:spPr>
                  <a:xfrm>
                    <a:off x="4131100" y="25452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47" name="Google Shape;1047;p18"/>
                  <p:cNvSpPr/>
                  <p:nvPr/>
                </p:nvSpPr>
                <p:spPr>
                  <a:xfrm>
                    <a:off x="4131104" y="2574178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48" name="Google Shape;1048;p18"/>
                  <p:cNvSpPr/>
                  <p:nvPr/>
                </p:nvSpPr>
                <p:spPr>
                  <a:xfrm>
                    <a:off x="4131104" y="2602801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49" name="Google Shape;1049;p18"/>
                  <p:cNvSpPr/>
                  <p:nvPr/>
                </p:nvSpPr>
                <p:spPr>
                  <a:xfrm>
                    <a:off x="4131104" y="2631399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0" name="Google Shape;1050;p18"/>
                  <p:cNvSpPr/>
                  <p:nvPr/>
                </p:nvSpPr>
                <p:spPr>
                  <a:xfrm>
                    <a:off x="4131104" y="2660023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1" name="Google Shape;1051;p18"/>
                  <p:cNvSpPr/>
                  <p:nvPr/>
                </p:nvSpPr>
                <p:spPr>
                  <a:xfrm>
                    <a:off x="4131104" y="2688646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1052" name="Google Shape;1052;p18"/>
              <p:cNvGrpSpPr/>
              <p:nvPr/>
            </p:nvGrpSpPr>
            <p:grpSpPr>
              <a:xfrm>
                <a:off x="8068746" y="3944350"/>
                <a:ext cx="522018" cy="776192"/>
                <a:chOff x="4131100" y="2430804"/>
                <a:chExt cx="300944" cy="257871"/>
              </a:xfrm>
            </p:grpSpPr>
            <p:sp>
              <p:nvSpPr>
                <p:cNvPr id="1053" name="Google Shape;1053;p18"/>
                <p:cNvSpPr/>
                <p:nvPr/>
              </p:nvSpPr>
              <p:spPr>
                <a:xfrm>
                  <a:off x="4131104" y="2430804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4" name="Google Shape;1054;p18"/>
                <p:cNvSpPr/>
                <p:nvPr/>
              </p:nvSpPr>
              <p:spPr>
                <a:xfrm>
                  <a:off x="4131104" y="245942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5" name="Google Shape;1055;p18"/>
                <p:cNvSpPr/>
                <p:nvPr/>
              </p:nvSpPr>
              <p:spPr>
                <a:xfrm>
                  <a:off x="4131104" y="2488026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6" name="Google Shape;1056;p18"/>
                <p:cNvSpPr/>
                <p:nvPr/>
              </p:nvSpPr>
              <p:spPr>
                <a:xfrm>
                  <a:off x="4131104" y="2516649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7" name="Google Shape;1057;p18"/>
                <p:cNvSpPr/>
                <p:nvPr/>
              </p:nvSpPr>
              <p:spPr>
                <a:xfrm>
                  <a:off x="4131104" y="254524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8" name="Google Shape;1058;p18"/>
                <p:cNvSpPr/>
                <p:nvPr/>
              </p:nvSpPr>
              <p:spPr>
                <a:xfrm>
                  <a:off x="4131100" y="257417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9" name="Google Shape;1059;p18"/>
                <p:cNvSpPr/>
                <p:nvPr/>
              </p:nvSpPr>
              <p:spPr>
                <a:xfrm>
                  <a:off x="4131100" y="26028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0" name="Google Shape;1060;p18"/>
                <p:cNvSpPr/>
                <p:nvPr/>
              </p:nvSpPr>
              <p:spPr>
                <a:xfrm>
                  <a:off x="4131100" y="26314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1" name="Google Shape;1061;p18"/>
                <p:cNvSpPr/>
                <p:nvPr/>
              </p:nvSpPr>
              <p:spPr>
                <a:xfrm>
                  <a:off x="4131100" y="266002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2" name="Google Shape;1062;p18"/>
                <p:cNvSpPr/>
                <p:nvPr/>
              </p:nvSpPr>
              <p:spPr>
                <a:xfrm>
                  <a:off x="4131100" y="268865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063" name="Google Shape;1063;p18"/>
          <p:cNvSpPr txBox="1"/>
          <p:nvPr>
            <p:ph type="title"/>
          </p:nvPr>
        </p:nvSpPr>
        <p:spPr>
          <a:xfrm>
            <a:off x="720000" y="778450"/>
            <a:ext cx="6569700" cy="457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1064" name="Google Shape;1064;p18"/>
          <p:cNvSpPr txBox="1"/>
          <p:nvPr>
            <p:ph idx="1" type="subTitle"/>
          </p:nvPr>
        </p:nvSpPr>
        <p:spPr>
          <a:xfrm>
            <a:off x="720000" y="2827391"/>
            <a:ext cx="14565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/>
        </p:txBody>
      </p:sp>
      <p:sp>
        <p:nvSpPr>
          <p:cNvPr id="1065" name="Google Shape;1065;p18"/>
          <p:cNvSpPr txBox="1"/>
          <p:nvPr>
            <p:ph idx="2" type="subTitle"/>
          </p:nvPr>
        </p:nvSpPr>
        <p:spPr>
          <a:xfrm>
            <a:off x="720000" y="3319326"/>
            <a:ext cx="1456500" cy="8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66" name="Google Shape;1066;p18"/>
          <p:cNvSpPr txBox="1"/>
          <p:nvPr>
            <p:ph idx="3" type="subTitle"/>
          </p:nvPr>
        </p:nvSpPr>
        <p:spPr>
          <a:xfrm>
            <a:off x="2424423" y="2827391"/>
            <a:ext cx="14565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/>
        </p:txBody>
      </p:sp>
      <p:sp>
        <p:nvSpPr>
          <p:cNvPr id="1067" name="Google Shape;1067;p18"/>
          <p:cNvSpPr txBox="1"/>
          <p:nvPr>
            <p:ph idx="4" type="subTitle"/>
          </p:nvPr>
        </p:nvSpPr>
        <p:spPr>
          <a:xfrm>
            <a:off x="2424423" y="3319326"/>
            <a:ext cx="1456500" cy="8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68" name="Google Shape;1068;p18"/>
          <p:cNvSpPr txBox="1"/>
          <p:nvPr>
            <p:ph idx="5" type="subTitle"/>
          </p:nvPr>
        </p:nvSpPr>
        <p:spPr>
          <a:xfrm>
            <a:off x="4128845" y="2827391"/>
            <a:ext cx="14565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/>
        </p:txBody>
      </p:sp>
      <p:sp>
        <p:nvSpPr>
          <p:cNvPr id="1069" name="Google Shape;1069;p18"/>
          <p:cNvSpPr txBox="1"/>
          <p:nvPr>
            <p:ph idx="6" type="subTitle"/>
          </p:nvPr>
        </p:nvSpPr>
        <p:spPr>
          <a:xfrm>
            <a:off x="4128845" y="3319326"/>
            <a:ext cx="1456500" cy="8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70" name="Google Shape;1070;p18"/>
          <p:cNvSpPr txBox="1"/>
          <p:nvPr>
            <p:ph idx="7" type="subTitle"/>
          </p:nvPr>
        </p:nvSpPr>
        <p:spPr>
          <a:xfrm>
            <a:off x="5833268" y="2827391"/>
            <a:ext cx="14565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/>
        </p:txBody>
      </p:sp>
      <p:sp>
        <p:nvSpPr>
          <p:cNvPr id="1071" name="Google Shape;1071;p18"/>
          <p:cNvSpPr txBox="1"/>
          <p:nvPr>
            <p:ph idx="8" type="subTitle"/>
          </p:nvPr>
        </p:nvSpPr>
        <p:spPr>
          <a:xfrm>
            <a:off x="5833268" y="3319326"/>
            <a:ext cx="1456500" cy="8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4"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3" name="Google Shape;1073;p19"/>
          <p:cNvGrpSpPr/>
          <p:nvPr/>
        </p:nvGrpSpPr>
        <p:grpSpPr>
          <a:xfrm>
            <a:off x="100500" y="-22387"/>
            <a:ext cx="9075517" cy="5188274"/>
            <a:chOff x="100500" y="-22387"/>
            <a:chExt cx="9075517" cy="5188274"/>
          </a:xfrm>
        </p:grpSpPr>
        <p:grpSp>
          <p:nvGrpSpPr>
            <p:cNvPr id="1074" name="Google Shape;1074;p19"/>
            <p:cNvGrpSpPr/>
            <p:nvPr/>
          </p:nvGrpSpPr>
          <p:grpSpPr>
            <a:xfrm>
              <a:off x="100500" y="100500"/>
              <a:ext cx="7824000" cy="4942500"/>
              <a:chOff x="100500" y="100500"/>
              <a:chExt cx="7824000" cy="4942500"/>
            </a:xfrm>
          </p:grpSpPr>
          <p:sp>
            <p:nvSpPr>
              <p:cNvPr id="1075" name="Google Shape;1075;p19"/>
              <p:cNvSpPr/>
              <p:nvPr/>
            </p:nvSpPr>
            <p:spPr>
              <a:xfrm>
                <a:off x="100500" y="100500"/>
                <a:ext cx="7824000" cy="4942500"/>
              </a:xfrm>
              <a:prstGeom prst="roundRect">
                <a:avLst>
                  <a:gd fmla="val 3114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76" name="Google Shape;1076;p19"/>
              <p:cNvGrpSpPr/>
              <p:nvPr/>
            </p:nvGrpSpPr>
            <p:grpSpPr>
              <a:xfrm>
                <a:off x="201900" y="202050"/>
                <a:ext cx="7622100" cy="4739400"/>
                <a:chOff x="201900" y="202050"/>
                <a:chExt cx="7622100" cy="4739400"/>
              </a:xfrm>
            </p:grpSpPr>
            <p:sp>
              <p:nvSpPr>
                <p:cNvPr id="1077" name="Google Shape;1077;p19"/>
                <p:cNvSpPr/>
                <p:nvPr/>
              </p:nvSpPr>
              <p:spPr>
                <a:xfrm>
                  <a:off x="201900" y="202050"/>
                  <a:ext cx="7622100" cy="4739400"/>
                </a:xfrm>
                <a:prstGeom prst="roundRect">
                  <a:avLst>
                    <a:gd fmla="val 2399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8" name="Google Shape;1078;p19"/>
                <p:cNvSpPr/>
                <p:nvPr/>
              </p:nvSpPr>
              <p:spPr>
                <a:xfrm>
                  <a:off x="303000" y="302550"/>
                  <a:ext cx="7419900" cy="4538400"/>
                </a:xfrm>
                <a:prstGeom prst="roundRect">
                  <a:avLst>
                    <a:gd fmla="val 1202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9" name="Google Shape;1079;p19"/>
                <p:cNvSpPr/>
                <p:nvPr/>
              </p:nvSpPr>
              <p:spPr>
                <a:xfrm>
                  <a:off x="403500" y="403050"/>
                  <a:ext cx="7218900" cy="4337400"/>
                </a:xfrm>
                <a:prstGeom prst="roundRect">
                  <a:avLst>
                    <a:gd fmla="val 1202" name="adj"/>
                  </a:avLst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0" name="Google Shape;1080;p19"/>
                <p:cNvSpPr/>
                <p:nvPr/>
              </p:nvSpPr>
              <p:spPr>
                <a:xfrm>
                  <a:off x="403500" y="403050"/>
                  <a:ext cx="7218900" cy="100500"/>
                </a:xfrm>
                <a:prstGeom prst="round2SameRect">
                  <a:avLst>
                    <a:gd fmla="val 50000" name="adj1"/>
                    <a:gd fmla="val 0" name="adj2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081" name="Google Shape;1081;p19"/>
            <p:cNvGrpSpPr/>
            <p:nvPr/>
          </p:nvGrpSpPr>
          <p:grpSpPr>
            <a:xfrm>
              <a:off x="8068746" y="-22387"/>
              <a:ext cx="1107271" cy="5188274"/>
              <a:chOff x="8068746" y="-22387"/>
              <a:chExt cx="1107271" cy="5188274"/>
            </a:xfrm>
          </p:grpSpPr>
          <p:grpSp>
            <p:nvGrpSpPr>
              <p:cNvPr id="1082" name="Google Shape;1082;p19"/>
              <p:cNvGrpSpPr/>
              <p:nvPr/>
            </p:nvGrpSpPr>
            <p:grpSpPr>
              <a:xfrm>
                <a:off x="8068746" y="-22387"/>
                <a:ext cx="1107271" cy="5188274"/>
                <a:chOff x="8068746" y="-22387"/>
                <a:chExt cx="1107271" cy="5188274"/>
              </a:xfrm>
            </p:grpSpPr>
            <p:grpSp>
              <p:nvGrpSpPr>
                <p:cNvPr id="1083" name="Google Shape;1083;p19"/>
                <p:cNvGrpSpPr/>
                <p:nvPr/>
              </p:nvGrpSpPr>
              <p:grpSpPr>
                <a:xfrm>
                  <a:off x="8467466" y="-22387"/>
                  <a:ext cx="708551" cy="5188274"/>
                  <a:chOff x="8467466" y="-22387"/>
                  <a:chExt cx="708551" cy="5188274"/>
                </a:xfrm>
              </p:grpSpPr>
              <p:grpSp>
                <p:nvGrpSpPr>
                  <p:cNvPr id="1084" name="Google Shape;1084;p19"/>
                  <p:cNvGrpSpPr/>
                  <p:nvPr/>
                </p:nvGrpSpPr>
                <p:grpSpPr>
                  <a:xfrm rot="10800000">
                    <a:off x="8467466" y="-22387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1085" name="Google Shape;1085;p19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86" name="Google Shape;1086;p19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87" name="Google Shape;1087;p19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88" name="Google Shape;1088;p19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89" name="Google Shape;1089;p19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90" name="Google Shape;1090;p19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91" name="Google Shape;1091;p19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92" name="Google Shape;1092;p19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93" name="Google Shape;1093;p19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94" name="Google Shape;1094;p19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95" name="Google Shape;1095;p19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96" name="Google Shape;1096;p19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97" name="Google Shape;1097;p19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098" name="Google Shape;1098;p19"/>
                  <p:cNvGrpSpPr/>
                  <p:nvPr/>
                </p:nvGrpSpPr>
                <p:grpSpPr>
                  <a:xfrm flipH="1">
                    <a:off x="8467466" y="3748199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1099" name="Google Shape;1099;p19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00" name="Google Shape;1100;p19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01" name="Google Shape;1101;p19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02" name="Google Shape;1102;p19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03" name="Google Shape;1103;p19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04" name="Google Shape;1104;p19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05" name="Google Shape;1105;p19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06" name="Google Shape;1106;p19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07" name="Google Shape;1107;p19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08" name="Google Shape;1108;p19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09" name="Google Shape;1109;p19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10" name="Google Shape;1110;p19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11" name="Google Shape;1111;p19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1112" name="Google Shape;1112;p19"/>
                <p:cNvGrpSpPr/>
                <p:nvPr/>
              </p:nvGrpSpPr>
              <p:grpSpPr>
                <a:xfrm>
                  <a:off x="8068746" y="422958"/>
                  <a:ext cx="521992" cy="776192"/>
                  <a:chOff x="4131100" y="2430800"/>
                  <a:chExt cx="300930" cy="257871"/>
                </a:xfrm>
              </p:grpSpPr>
              <p:sp>
                <p:nvSpPr>
                  <p:cNvPr id="1113" name="Google Shape;1113;p19"/>
                  <p:cNvSpPr/>
                  <p:nvPr/>
                </p:nvSpPr>
                <p:spPr>
                  <a:xfrm>
                    <a:off x="4131100" y="243080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4" name="Google Shape;1114;p19"/>
                  <p:cNvSpPr/>
                  <p:nvPr/>
                </p:nvSpPr>
                <p:spPr>
                  <a:xfrm>
                    <a:off x="4131100" y="24594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5" name="Google Shape;1115;p19"/>
                  <p:cNvSpPr/>
                  <p:nvPr/>
                </p:nvSpPr>
                <p:spPr>
                  <a:xfrm>
                    <a:off x="4131100" y="24880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6" name="Google Shape;1116;p19"/>
                  <p:cNvSpPr/>
                  <p:nvPr/>
                </p:nvSpPr>
                <p:spPr>
                  <a:xfrm>
                    <a:off x="4131100" y="25166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7" name="Google Shape;1117;p19"/>
                  <p:cNvSpPr/>
                  <p:nvPr/>
                </p:nvSpPr>
                <p:spPr>
                  <a:xfrm>
                    <a:off x="4131100" y="25452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8" name="Google Shape;1118;p19"/>
                  <p:cNvSpPr/>
                  <p:nvPr/>
                </p:nvSpPr>
                <p:spPr>
                  <a:xfrm>
                    <a:off x="4131104" y="2574178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9" name="Google Shape;1119;p19"/>
                  <p:cNvSpPr/>
                  <p:nvPr/>
                </p:nvSpPr>
                <p:spPr>
                  <a:xfrm>
                    <a:off x="4131104" y="2602801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0" name="Google Shape;1120;p19"/>
                  <p:cNvSpPr/>
                  <p:nvPr/>
                </p:nvSpPr>
                <p:spPr>
                  <a:xfrm>
                    <a:off x="4131104" y="2631399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1" name="Google Shape;1121;p19"/>
                  <p:cNvSpPr/>
                  <p:nvPr/>
                </p:nvSpPr>
                <p:spPr>
                  <a:xfrm>
                    <a:off x="4131104" y="2660023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2" name="Google Shape;1122;p19"/>
                  <p:cNvSpPr/>
                  <p:nvPr/>
                </p:nvSpPr>
                <p:spPr>
                  <a:xfrm>
                    <a:off x="4131104" y="2688646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1123" name="Google Shape;1123;p19"/>
              <p:cNvGrpSpPr/>
              <p:nvPr/>
            </p:nvGrpSpPr>
            <p:grpSpPr>
              <a:xfrm>
                <a:off x="8068746" y="3944350"/>
                <a:ext cx="522018" cy="776192"/>
                <a:chOff x="4131100" y="2430804"/>
                <a:chExt cx="300944" cy="257871"/>
              </a:xfrm>
            </p:grpSpPr>
            <p:sp>
              <p:nvSpPr>
                <p:cNvPr id="1124" name="Google Shape;1124;p19"/>
                <p:cNvSpPr/>
                <p:nvPr/>
              </p:nvSpPr>
              <p:spPr>
                <a:xfrm>
                  <a:off x="4131104" y="2430804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5" name="Google Shape;1125;p19"/>
                <p:cNvSpPr/>
                <p:nvPr/>
              </p:nvSpPr>
              <p:spPr>
                <a:xfrm>
                  <a:off x="4131104" y="245942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6" name="Google Shape;1126;p19"/>
                <p:cNvSpPr/>
                <p:nvPr/>
              </p:nvSpPr>
              <p:spPr>
                <a:xfrm>
                  <a:off x="4131104" y="2488026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7" name="Google Shape;1127;p19"/>
                <p:cNvSpPr/>
                <p:nvPr/>
              </p:nvSpPr>
              <p:spPr>
                <a:xfrm>
                  <a:off x="4131104" y="2516649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8" name="Google Shape;1128;p19"/>
                <p:cNvSpPr/>
                <p:nvPr/>
              </p:nvSpPr>
              <p:spPr>
                <a:xfrm>
                  <a:off x="4131104" y="254524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9" name="Google Shape;1129;p19"/>
                <p:cNvSpPr/>
                <p:nvPr/>
              </p:nvSpPr>
              <p:spPr>
                <a:xfrm>
                  <a:off x="4131100" y="257417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0" name="Google Shape;1130;p19"/>
                <p:cNvSpPr/>
                <p:nvPr/>
              </p:nvSpPr>
              <p:spPr>
                <a:xfrm>
                  <a:off x="4131100" y="26028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1" name="Google Shape;1131;p19"/>
                <p:cNvSpPr/>
                <p:nvPr/>
              </p:nvSpPr>
              <p:spPr>
                <a:xfrm>
                  <a:off x="4131100" y="26314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2" name="Google Shape;1132;p19"/>
                <p:cNvSpPr/>
                <p:nvPr/>
              </p:nvSpPr>
              <p:spPr>
                <a:xfrm>
                  <a:off x="4131100" y="266002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3" name="Google Shape;1133;p19"/>
                <p:cNvSpPr/>
                <p:nvPr/>
              </p:nvSpPr>
              <p:spPr>
                <a:xfrm>
                  <a:off x="4131100" y="268865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134" name="Google Shape;1134;p19"/>
          <p:cNvSpPr txBox="1"/>
          <p:nvPr>
            <p:ph idx="1" type="subTitle"/>
          </p:nvPr>
        </p:nvSpPr>
        <p:spPr>
          <a:xfrm>
            <a:off x="721194" y="3419338"/>
            <a:ext cx="18450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/>
        </p:txBody>
      </p:sp>
      <p:sp>
        <p:nvSpPr>
          <p:cNvPr id="1135" name="Google Shape;1135;p19"/>
          <p:cNvSpPr txBox="1"/>
          <p:nvPr>
            <p:ph idx="2" type="subTitle"/>
          </p:nvPr>
        </p:nvSpPr>
        <p:spPr>
          <a:xfrm>
            <a:off x="721194" y="3851382"/>
            <a:ext cx="18450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36" name="Google Shape;1136;p19"/>
          <p:cNvSpPr txBox="1"/>
          <p:nvPr>
            <p:ph idx="3" type="subTitle"/>
          </p:nvPr>
        </p:nvSpPr>
        <p:spPr>
          <a:xfrm>
            <a:off x="3083534" y="3419338"/>
            <a:ext cx="18450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/>
        </p:txBody>
      </p:sp>
      <p:sp>
        <p:nvSpPr>
          <p:cNvPr id="1137" name="Google Shape;1137;p19"/>
          <p:cNvSpPr txBox="1"/>
          <p:nvPr>
            <p:ph idx="4" type="subTitle"/>
          </p:nvPr>
        </p:nvSpPr>
        <p:spPr>
          <a:xfrm>
            <a:off x="3083534" y="3851382"/>
            <a:ext cx="18450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38" name="Google Shape;1138;p19"/>
          <p:cNvSpPr txBox="1"/>
          <p:nvPr>
            <p:ph idx="5" type="subTitle"/>
          </p:nvPr>
        </p:nvSpPr>
        <p:spPr>
          <a:xfrm>
            <a:off x="5444680" y="3419338"/>
            <a:ext cx="1845000" cy="530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/>
        </p:txBody>
      </p:sp>
      <p:sp>
        <p:nvSpPr>
          <p:cNvPr id="1139" name="Google Shape;1139;p19"/>
          <p:cNvSpPr txBox="1"/>
          <p:nvPr>
            <p:ph idx="6" type="subTitle"/>
          </p:nvPr>
        </p:nvSpPr>
        <p:spPr>
          <a:xfrm>
            <a:off x="5444680" y="3851382"/>
            <a:ext cx="18450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40" name="Google Shape;1140;p19"/>
          <p:cNvSpPr txBox="1"/>
          <p:nvPr>
            <p:ph type="title"/>
          </p:nvPr>
        </p:nvSpPr>
        <p:spPr>
          <a:xfrm>
            <a:off x="720000" y="778450"/>
            <a:ext cx="6569700" cy="457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Font typeface="Fredoka One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1141" name="Google Shape;1141;p19"/>
          <p:cNvSpPr txBox="1"/>
          <p:nvPr>
            <p:ph idx="7" type="subTitle"/>
          </p:nvPr>
        </p:nvSpPr>
        <p:spPr>
          <a:xfrm>
            <a:off x="720606" y="1910559"/>
            <a:ext cx="18450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/>
        </p:txBody>
      </p:sp>
      <p:sp>
        <p:nvSpPr>
          <p:cNvPr id="1142" name="Google Shape;1142;p19"/>
          <p:cNvSpPr txBox="1"/>
          <p:nvPr>
            <p:ph idx="8" type="subTitle"/>
          </p:nvPr>
        </p:nvSpPr>
        <p:spPr>
          <a:xfrm>
            <a:off x="720606" y="2342603"/>
            <a:ext cx="18450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43" name="Google Shape;1143;p19"/>
          <p:cNvSpPr txBox="1"/>
          <p:nvPr>
            <p:ph idx="9" type="subTitle"/>
          </p:nvPr>
        </p:nvSpPr>
        <p:spPr>
          <a:xfrm>
            <a:off x="3082946" y="1910559"/>
            <a:ext cx="18450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/>
        </p:txBody>
      </p:sp>
      <p:sp>
        <p:nvSpPr>
          <p:cNvPr id="1144" name="Google Shape;1144;p19"/>
          <p:cNvSpPr txBox="1"/>
          <p:nvPr>
            <p:ph idx="13" type="subTitle"/>
          </p:nvPr>
        </p:nvSpPr>
        <p:spPr>
          <a:xfrm>
            <a:off x="3082946" y="2342603"/>
            <a:ext cx="18450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45" name="Google Shape;1145;p19"/>
          <p:cNvSpPr txBox="1"/>
          <p:nvPr>
            <p:ph idx="14" type="subTitle"/>
          </p:nvPr>
        </p:nvSpPr>
        <p:spPr>
          <a:xfrm>
            <a:off x="5444092" y="1910559"/>
            <a:ext cx="18450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/>
        </p:txBody>
      </p:sp>
      <p:sp>
        <p:nvSpPr>
          <p:cNvPr id="1146" name="Google Shape;1146;p19"/>
          <p:cNvSpPr txBox="1"/>
          <p:nvPr>
            <p:ph idx="15" type="subTitle"/>
          </p:nvPr>
        </p:nvSpPr>
        <p:spPr>
          <a:xfrm>
            <a:off x="5444092" y="2342603"/>
            <a:ext cx="18450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5_1_1_1_1"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8" name="Google Shape;1148;p20"/>
          <p:cNvGrpSpPr/>
          <p:nvPr/>
        </p:nvGrpSpPr>
        <p:grpSpPr>
          <a:xfrm>
            <a:off x="100500" y="-22387"/>
            <a:ext cx="9075517" cy="5188274"/>
            <a:chOff x="100500" y="-22387"/>
            <a:chExt cx="9075517" cy="5188274"/>
          </a:xfrm>
        </p:grpSpPr>
        <p:grpSp>
          <p:nvGrpSpPr>
            <p:cNvPr id="1149" name="Google Shape;1149;p20"/>
            <p:cNvGrpSpPr/>
            <p:nvPr/>
          </p:nvGrpSpPr>
          <p:grpSpPr>
            <a:xfrm>
              <a:off x="100500" y="100500"/>
              <a:ext cx="7824000" cy="4942500"/>
              <a:chOff x="100500" y="100500"/>
              <a:chExt cx="7824000" cy="4942500"/>
            </a:xfrm>
          </p:grpSpPr>
          <p:sp>
            <p:nvSpPr>
              <p:cNvPr id="1150" name="Google Shape;1150;p20"/>
              <p:cNvSpPr/>
              <p:nvPr/>
            </p:nvSpPr>
            <p:spPr>
              <a:xfrm>
                <a:off x="100500" y="100500"/>
                <a:ext cx="7824000" cy="4942500"/>
              </a:xfrm>
              <a:prstGeom prst="roundRect">
                <a:avLst>
                  <a:gd fmla="val 3114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51" name="Google Shape;1151;p20"/>
              <p:cNvGrpSpPr/>
              <p:nvPr/>
            </p:nvGrpSpPr>
            <p:grpSpPr>
              <a:xfrm>
                <a:off x="201900" y="202050"/>
                <a:ext cx="7622100" cy="4739400"/>
                <a:chOff x="201900" y="202050"/>
                <a:chExt cx="7622100" cy="4739400"/>
              </a:xfrm>
            </p:grpSpPr>
            <p:sp>
              <p:nvSpPr>
                <p:cNvPr id="1152" name="Google Shape;1152;p20"/>
                <p:cNvSpPr/>
                <p:nvPr/>
              </p:nvSpPr>
              <p:spPr>
                <a:xfrm>
                  <a:off x="201900" y="202050"/>
                  <a:ext cx="7622100" cy="4739400"/>
                </a:xfrm>
                <a:prstGeom prst="roundRect">
                  <a:avLst>
                    <a:gd fmla="val 2399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53" name="Google Shape;1153;p20"/>
                <p:cNvSpPr/>
                <p:nvPr/>
              </p:nvSpPr>
              <p:spPr>
                <a:xfrm>
                  <a:off x="303000" y="302550"/>
                  <a:ext cx="7419900" cy="4538400"/>
                </a:xfrm>
                <a:prstGeom prst="roundRect">
                  <a:avLst>
                    <a:gd fmla="val 1202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54" name="Google Shape;1154;p20"/>
                <p:cNvSpPr/>
                <p:nvPr/>
              </p:nvSpPr>
              <p:spPr>
                <a:xfrm>
                  <a:off x="403500" y="403050"/>
                  <a:ext cx="7218900" cy="4337400"/>
                </a:xfrm>
                <a:prstGeom prst="roundRect">
                  <a:avLst>
                    <a:gd fmla="val 1202" name="adj"/>
                  </a:avLst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55" name="Google Shape;1155;p20"/>
                <p:cNvSpPr/>
                <p:nvPr/>
              </p:nvSpPr>
              <p:spPr>
                <a:xfrm>
                  <a:off x="403500" y="403050"/>
                  <a:ext cx="7218900" cy="100500"/>
                </a:xfrm>
                <a:prstGeom prst="round2SameRect">
                  <a:avLst>
                    <a:gd fmla="val 50000" name="adj1"/>
                    <a:gd fmla="val 0" name="adj2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156" name="Google Shape;1156;p20"/>
            <p:cNvGrpSpPr/>
            <p:nvPr/>
          </p:nvGrpSpPr>
          <p:grpSpPr>
            <a:xfrm>
              <a:off x="8068746" y="-22387"/>
              <a:ext cx="1107271" cy="5188274"/>
              <a:chOff x="8068746" y="-22387"/>
              <a:chExt cx="1107271" cy="5188274"/>
            </a:xfrm>
          </p:grpSpPr>
          <p:grpSp>
            <p:nvGrpSpPr>
              <p:cNvPr id="1157" name="Google Shape;1157;p20"/>
              <p:cNvGrpSpPr/>
              <p:nvPr/>
            </p:nvGrpSpPr>
            <p:grpSpPr>
              <a:xfrm>
                <a:off x="8068746" y="-22387"/>
                <a:ext cx="1107271" cy="5188274"/>
                <a:chOff x="8068746" y="-22387"/>
                <a:chExt cx="1107271" cy="5188274"/>
              </a:xfrm>
            </p:grpSpPr>
            <p:grpSp>
              <p:nvGrpSpPr>
                <p:cNvPr id="1158" name="Google Shape;1158;p20"/>
                <p:cNvGrpSpPr/>
                <p:nvPr/>
              </p:nvGrpSpPr>
              <p:grpSpPr>
                <a:xfrm>
                  <a:off x="8467466" y="-22387"/>
                  <a:ext cx="708551" cy="5188274"/>
                  <a:chOff x="8467466" y="-22387"/>
                  <a:chExt cx="708551" cy="5188274"/>
                </a:xfrm>
              </p:grpSpPr>
              <p:grpSp>
                <p:nvGrpSpPr>
                  <p:cNvPr id="1159" name="Google Shape;1159;p20"/>
                  <p:cNvGrpSpPr/>
                  <p:nvPr/>
                </p:nvGrpSpPr>
                <p:grpSpPr>
                  <a:xfrm rot="10800000">
                    <a:off x="8467466" y="-22387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1160" name="Google Shape;1160;p20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61" name="Google Shape;1161;p20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62" name="Google Shape;1162;p20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63" name="Google Shape;1163;p20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64" name="Google Shape;1164;p20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65" name="Google Shape;1165;p20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66" name="Google Shape;1166;p20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67" name="Google Shape;1167;p20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68" name="Google Shape;1168;p20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69" name="Google Shape;1169;p20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70" name="Google Shape;1170;p20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71" name="Google Shape;1171;p20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72" name="Google Shape;1172;p20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173" name="Google Shape;1173;p20"/>
                  <p:cNvGrpSpPr/>
                  <p:nvPr/>
                </p:nvGrpSpPr>
                <p:grpSpPr>
                  <a:xfrm flipH="1">
                    <a:off x="8467466" y="3748199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1174" name="Google Shape;1174;p20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75" name="Google Shape;1175;p20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76" name="Google Shape;1176;p20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77" name="Google Shape;1177;p20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78" name="Google Shape;1178;p20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79" name="Google Shape;1179;p20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80" name="Google Shape;1180;p20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81" name="Google Shape;1181;p20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82" name="Google Shape;1182;p20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83" name="Google Shape;1183;p20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84" name="Google Shape;1184;p20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85" name="Google Shape;1185;p20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86" name="Google Shape;1186;p20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1187" name="Google Shape;1187;p20"/>
                <p:cNvGrpSpPr/>
                <p:nvPr/>
              </p:nvGrpSpPr>
              <p:grpSpPr>
                <a:xfrm>
                  <a:off x="8068746" y="422958"/>
                  <a:ext cx="521992" cy="776192"/>
                  <a:chOff x="4131100" y="2430800"/>
                  <a:chExt cx="300930" cy="257871"/>
                </a:xfrm>
              </p:grpSpPr>
              <p:sp>
                <p:nvSpPr>
                  <p:cNvPr id="1188" name="Google Shape;1188;p20"/>
                  <p:cNvSpPr/>
                  <p:nvPr/>
                </p:nvSpPr>
                <p:spPr>
                  <a:xfrm>
                    <a:off x="4131100" y="243080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9" name="Google Shape;1189;p20"/>
                  <p:cNvSpPr/>
                  <p:nvPr/>
                </p:nvSpPr>
                <p:spPr>
                  <a:xfrm>
                    <a:off x="4131100" y="24594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0" name="Google Shape;1190;p20"/>
                  <p:cNvSpPr/>
                  <p:nvPr/>
                </p:nvSpPr>
                <p:spPr>
                  <a:xfrm>
                    <a:off x="4131100" y="24880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1" name="Google Shape;1191;p20"/>
                  <p:cNvSpPr/>
                  <p:nvPr/>
                </p:nvSpPr>
                <p:spPr>
                  <a:xfrm>
                    <a:off x="4131100" y="25166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2" name="Google Shape;1192;p20"/>
                  <p:cNvSpPr/>
                  <p:nvPr/>
                </p:nvSpPr>
                <p:spPr>
                  <a:xfrm>
                    <a:off x="4131100" y="25452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3" name="Google Shape;1193;p20"/>
                  <p:cNvSpPr/>
                  <p:nvPr/>
                </p:nvSpPr>
                <p:spPr>
                  <a:xfrm>
                    <a:off x="4131104" y="2574178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4" name="Google Shape;1194;p20"/>
                  <p:cNvSpPr/>
                  <p:nvPr/>
                </p:nvSpPr>
                <p:spPr>
                  <a:xfrm>
                    <a:off x="4131104" y="2602801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5" name="Google Shape;1195;p20"/>
                  <p:cNvSpPr/>
                  <p:nvPr/>
                </p:nvSpPr>
                <p:spPr>
                  <a:xfrm>
                    <a:off x="4131104" y="2631399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6" name="Google Shape;1196;p20"/>
                  <p:cNvSpPr/>
                  <p:nvPr/>
                </p:nvSpPr>
                <p:spPr>
                  <a:xfrm>
                    <a:off x="4131104" y="2660023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7" name="Google Shape;1197;p20"/>
                  <p:cNvSpPr/>
                  <p:nvPr/>
                </p:nvSpPr>
                <p:spPr>
                  <a:xfrm>
                    <a:off x="4131104" y="2688646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1198" name="Google Shape;1198;p20"/>
              <p:cNvGrpSpPr/>
              <p:nvPr/>
            </p:nvGrpSpPr>
            <p:grpSpPr>
              <a:xfrm>
                <a:off x="8068746" y="3944350"/>
                <a:ext cx="522018" cy="776192"/>
                <a:chOff x="4131100" y="2430804"/>
                <a:chExt cx="300944" cy="257871"/>
              </a:xfrm>
            </p:grpSpPr>
            <p:sp>
              <p:nvSpPr>
                <p:cNvPr id="1199" name="Google Shape;1199;p20"/>
                <p:cNvSpPr/>
                <p:nvPr/>
              </p:nvSpPr>
              <p:spPr>
                <a:xfrm>
                  <a:off x="4131104" y="2430804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0" name="Google Shape;1200;p20"/>
                <p:cNvSpPr/>
                <p:nvPr/>
              </p:nvSpPr>
              <p:spPr>
                <a:xfrm>
                  <a:off x="4131104" y="245942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1" name="Google Shape;1201;p20"/>
                <p:cNvSpPr/>
                <p:nvPr/>
              </p:nvSpPr>
              <p:spPr>
                <a:xfrm>
                  <a:off x="4131104" y="2488026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2" name="Google Shape;1202;p20"/>
                <p:cNvSpPr/>
                <p:nvPr/>
              </p:nvSpPr>
              <p:spPr>
                <a:xfrm>
                  <a:off x="4131104" y="2516649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3" name="Google Shape;1203;p20"/>
                <p:cNvSpPr/>
                <p:nvPr/>
              </p:nvSpPr>
              <p:spPr>
                <a:xfrm>
                  <a:off x="4131104" y="254524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4" name="Google Shape;1204;p20"/>
                <p:cNvSpPr/>
                <p:nvPr/>
              </p:nvSpPr>
              <p:spPr>
                <a:xfrm>
                  <a:off x="4131100" y="257417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5" name="Google Shape;1205;p20"/>
                <p:cNvSpPr/>
                <p:nvPr/>
              </p:nvSpPr>
              <p:spPr>
                <a:xfrm>
                  <a:off x="4131100" y="26028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6" name="Google Shape;1206;p20"/>
                <p:cNvSpPr/>
                <p:nvPr/>
              </p:nvSpPr>
              <p:spPr>
                <a:xfrm>
                  <a:off x="4131100" y="26314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7" name="Google Shape;1207;p20"/>
                <p:cNvSpPr/>
                <p:nvPr/>
              </p:nvSpPr>
              <p:spPr>
                <a:xfrm>
                  <a:off x="4131100" y="266002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8" name="Google Shape;1208;p20"/>
                <p:cNvSpPr/>
                <p:nvPr/>
              </p:nvSpPr>
              <p:spPr>
                <a:xfrm>
                  <a:off x="4131100" y="268865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209" name="Google Shape;1209;p20"/>
          <p:cNvSpPr txBox="1"/>
          <p:nvPr>
            <p:ph hasCustomPrompt="1" type="title"/>
          </p:nvPr>
        </p:nvSpPr>
        <p:spPr>
          <a:xfrm>
            <a:off x="720021" y="2581482"/>
            <a:ext cx="1985100" cy="5028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1210" name="Google Shape;1210;p20"/>
          <p:cNvSpPr txBox="1"/>
          <p:nvPr>
            <p:ph hasCustomPrompt="1" idx="2" type="title"/>
          </p:nvPr>
        </p:nvSpPr>
        <p:spPr>
          <a:xfrm>
            <a:off x="5304500" y="2581482"/>
            <a:ext cx="1985100" cy="5028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11" name="Google Shape;1211;p20"/>
          <p:cNvSpPr txBox="1"/>
          <p:nvPr>
            <p:ph idx="3" type="title"/>
          </p:nvPr>
        </p:nvSpPr>
        <p:spPr>
          <a:xfrm>
            <a:off x="720000" y="778450"/>
            <a:ext cx="6569700" cy="457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1212" name="Google Shape;1212;p20"/>
          <p:cNvSpPr txBox="1"/>
          <p:nvPr>
            <p:ph idx="1" type="subTitle"/>
          </p:nvPr>
        </p:nvSpPr>
        <p:spPr>
          <a:xfrm flipH="1">
            <a:off x="720021" y="3201597"/>
            <a:ext cx="19851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/>
        </p:txBody>
      </p:sp>
      <p:sp>
        <p:nvSpPr>
          <p:cNvPr id="1213" name="Google Shape;1213;p20"/>
          <p:cNvSpPr txBox="1"/>
          <p:nvPr>
            <p:ph idx="4" type="subTitle"/>
          </p:nvPr>
        </p:nvSpPr>
        <p:spPr>
          <a:xfrm flipH="1">
            <a:off x="720025" y="3661720"/>
            <a:ext cx="1985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14" name="Google Shape;1214;p20"/>
          <p:cNvSpPr txBox="1"/>
          <p:nvPr>
            <p:ph idx="5" type="subTitle"/>
          </p:nvPr>
        </p:nvSpPr>
        <p:spPr>
          <a:xfrm flipH="1">
            <a:off x="5304500" y="3201597"/>
            <a:ext cx="19851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/>
        </p:txBody>
      </p:sp>
      <p:sp>
        <p:nvSpPr>
          <p:cNvPr id="1215" name="Google Shape;1215;p20"/>
          <p:cNvSpPr txBox="1"/>
          <p:nvPr>
            <p:ph idx="6" type="subTitle"/>
          </p:nvPr>
        </p:nvSpPr>
        <p:spPr>
          <a:xfrm flipH="1">
            <a:off x="5304500" y="3661720"/>
            <a:ext cx="1985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16" name="Google Shape;1216;p20"/>
          <p:cNvSpPr txBox="1"/>
          <p:nvPr>
            <p:ph hasCustomPrompt="1" idx="7" type="title"/>
          </p:nvPr>
        </p:nvSpPr>
        <p:spPr>
          <a:xfrm>
            <a:off x="3012292" y="2581482"/>
            <a:ext cx="1985100" cy="5028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1217" name="Google Shape;1217;p20"/>
          <p:cNvSpPr txBox="1"/>
          <p:nvPr>
            <p:ph idx="8" type="subTitle"/>
          </p:nvPr>
        </p:nvSpPr>
        <p:spPr>
          <a:xfrm flipH="1">
            <a:off x="3012292" y="3201597"/>
            <a:ext cx="19851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/>
        </p:txBody>
      </p:sp>
      <p:sp>
        <p:nvSpPr>
          <p:cNvPr id="1218" name="Google Shape;1218;p20"/>
          <p:cNvSpPr txBox="1"/>
          <p:nvPr>
            <p:ph idx="9" type="subTitle"/>
          </p:nvPr>
        </p:nvSpPr>
        <p:spPr>
          <a:xfrm flipH="1">
            <a:off x="3012294" y="3661720"/>
            <a:ext cx="1985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7"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0" name="Google Shape;1220;p21"/>
          <p:cNvGrpSpPr/>
          <p:nvPr/>
        </p:nvGrpSpPr>
        <p:grpSpPr>
          <a:xfrm>
            <a:off x="100500" y="-22387"/>
            <a:ext cx="9075517" cy="5188274"/>
            <a:chOff x="100500" y="-22387"/>
            <a:chExt cx="9075517" cy="5188274"/>
          </a:xfrm>
        </p:grpSpPr>
        <p:grpSp>
          <p:nvGrpSpPr>
            <p:cNvPr id="1221" name="Google Shape;1221;p21"/>
            <p:cNvGrpSpPr/>
            <p:nvPr/>
          </p:nvGrpSpPr>
          <p:grpSpPr>
            <a:xfrm>
              <a:off x="100500" y="100500"/>
              <a:ext cx="7824000" cy="4942500"/>
              <a:chOff x="100500" y="100500"/>
              <a:chExt cx="7824000" cy="4942500"/>
            </a:xfrm>
          </p:grpSpPr>
          <p:sp>
            <p:nvSpPr>
              <p:cNvPr id="1222" name="Google Shape;1222;p21"/>
              <p:cNvSpPr/>
              <p:nvPr/>
            </p:nvSpPr>
            <p:spPr>
              <a:xfrm>
                <a:off x="100500" y="100500"/>
                <a:ext cx="7824000" cy="4942500"/>
              </a:xfrm>
              <a:prstGeom prst="roundRect">
                <a:avLst>
                  <a:gd fmla="val 3114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223" name="Google Shape;1223;p21"/>
              <p:cNvGrpSpPr/>
              <p:nvPr/>
            </p:nvGrpSpPr>
            <p:grpSpPr>
              <a:xfrm>
                <a:off x="201900" y="202050"/>
                <a:ext cx="7622100" cy="4739400"/>
                <a:chOff x="201900" y="202050"/>
                <a:chExt cx="7622100" cy="4739400"/>
              </a:xfrm>
            </p:grpSpPr>
            <p:sp>
              <p:nvSpPr>
                <p:cNvPr id="1224" name="Google Shape;1224;p21"/>
                <p:cNvSpPr/>
                <p:nvPr/>
              </p:nvSpPr>
              <p:spPr>
                <a:xfrm>
                  <a:off x="201900" y="202050"/>
                  <a:ext cx="7622100" cy="4739400"/>
                </a:xfrm>
                <a:prstGeom prst="roundRect">
                  <a:avLst>
                    <a:gd fmla="val 2399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5" name="Google Shape;1225;p21"/>
                <p:cNvSpPr/>
                <p:nvPr/>
              </p:nvSpPr>
              <p:spPr>
                <a:xfrm>
                  <a:off x="303000" y="302550"/>
                  <a:ext cx="7419900" cy="4538400"/>
                </a:xfrm>
                <a:prstGeom prst="roundRect">
                  <a:avLst>
                    <a:gd fmla="val 1202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6" name="Google Shape;1226;p21"/>
                <p:cNvSpPr/>
                <p:nvPr/>
              </p:nvSpPr>
              <p:spPr>
                <a:xfrm>
                  <a:off x="403500" y="403050"/>
                  <a:ext cx="7218900" cy="4337400"/>
                </a:xfrm>
                <a:prstGeom prst="roundRect">
                  <a:avLst>
                    <a:gd fmla="val 1202" name="adj"/>
                  </a:avLst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7" name="Google Shape;1227;p21"/>
                <p:cNvSpPr/>
                <p:nvPr/>
              </p:nvSpPr>
              <p:spPr>
                <a:xfrm>
                  <a:off x="403500" y="403050"/>
                  <a:ext cx="7218900" cy="100500"/>
                </a:xfrm>
                <a:prstGeom prst="round2SameRect">
                  <a:avLst>
                    <a:gd fmla="val 50000" name="adj1"/>
                    <a:gd fmla="val 0" name="adj2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228" name="Google Shape;1228;p21"/>
            <p:cNvGrpSpPr/>
            <p:nvPr/>
          </p:nvGrpSpPr>
          <p:grpSpPr>
            <a:xfrm>
              <a:off x="8068746" y="-22387"/>
              <a:ext cx="1107271" cy="5188274"/>
              <a:chOff x="8068746" y="-22387"/>
              <a:chExt cx="1107271" cy="5188274"/>
            </a:xfrm>
          </p:grpSpPr>
          <p:grpSp>
            <p:nvGrpSpPr>
              <p:cNvPr id="1229" name="Google Shape;1229;p21"/>
              <p:cNvGrpSpPr/>
              <p:nvPr/>
            </p:nvGrpSpPr>
            <p:grpSpPr>
              <a:xfrm>
                <a:off x="8068746" y="-22387"/>
                <a:ext cx="1107271" cy="5188274"/>
                <a:chOff x="8068746" y="-22387"/>
                <a:chExt cx="1107271" cy="5188274"/>
              </a:xfrm>
            </p:grpSpPr>
            <p:grpSp>
              <p:nvGrpSpPr>
                <p:cNvPr id="1230" name="Google Shape;1230;p21"/>
                <p:cNvGrpSpPr/>
                <p:nvPr/>
              </p:nvGrpSpPr>
              <p:grpSpPr>
                <a:xfrm>
                  <a:off x="8467466" y="-22387"/>
                  <a:ext cx="708551" cy="5188274"/>
                  <a:chOff x="8467466" y="-22387"/>
                  <a:chExt cx="708551" cy="5188274"/>
                </a:xfrm>
              </p:grpSpPr>
              <p:grpSp>
                <p:nvGrpSpPr>
                  <p:cNvPr id="1231" name="Google Shape;1231;p21"/>
                  <p:cNvGrpSpPr/>
                  <p:nvPr/>
                </p:nvGrpSpPr>
                <p:grpSpPr>
                  <a:xfrm rot="10800000">
                    <a:off x="8467466" y="-22387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1232" name="Google Shape;1232;p21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33" name="Google Shape;1233;p21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34" name="Google Shape;1234;p21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35" name="Google Shape;1235;p21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36" name="Google Shape;1236;p21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37" name="Google Shape;1237;p21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38" name="Google Shape;1238;p21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39" name="Google Shape;1239;p21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40" name="Google Shape;1240;p21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41" name="Google Shape;1241;p21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42" name="Google Shape;1242;p21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43" name="Google Shape;1243;p21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44" name="Google Shape;1244;p21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245" name="Google Shape;1245;p21"/>
                  <p:cNvGrpSpPr/>
                  <p:nvPr/>
                </p:nvGrpSpPr>
                <p:grpSpPr>
                  <a:xfrm flipH="1">
                    <a:off x="8467466" y="3748199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1246" name="Google Shape;1246;p21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47" name="Google Shape;1247;p21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48" name="Google Shape;1248;p21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49" name="Google Shape;1249;p21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50" name="Google Shape;1250;p21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51" name="Google Shape;1251;p21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52" name="Google Shape;1252;p21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53" name="Google Shape;1253;p21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54" name="Google Shape;1254;p21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55" name="Google Shape;1255;p21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56" name="Google Shape;1256;p21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57" name="Google Shape;1257;p21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58" name="Google Shape;1258;p21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1259" name="Google Shape;1259;p21"/>
                <p:cNvGrpSpPr/>
                <p:nvPr/>
              </p:nvGrpSpPr>
              <p:grpSpPr>
                <a:xfrm>
                  <a:off x="8068746" y="422958"/>
                  <a:ext cx="521992" cy="776192"/>
                  <a:chOff x="4131100" y="2430800"/>
                  <a:chExt cx="300930" cy="257871"/>
                </a:xfrm>
              </p:grpSpPr>
              <p:sp>
                <p:nvSpPr>
                  <p:cNvPr id="1260" name="Google Shape;1260;p21"/>
                  <p:cNvSpPr/>
                  <p:nvPr/>
                </p:nvSpPr>
                <p:spPr>
                  <a:xfrm>
                    <a:off x="4131100" y="243080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61" name="Google Shape;1261;p21"/>
                  <p:cNvSpPr/>
                  <p:nvPr/>
                </p:nvSpPr>
                <p:spPr>
                  <a:xfrm>
                    <a:off x="4131100" y="24594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62" name="Google Shape;1262;p21"/>
                  <p:cNvSpPr/>
                  <p:nvPr/>
                </p:nvSpPr>
                <p:spPr>
                  <a:xfrm>
                    <a:off x="4131100" y="24880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63" name="Google Shape;1263;p21"/>
                  <p:cNvSpPr/>
                  <p:nvPr/>
                </p:nvSpPr>
                <p:spPr>
                  <a:xfrm>
                    <a:off x="4131100" y="25166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64" name="Google Shape;1264;p21"/>
                  <p:cNvSpPr/>
                  <p:nvPr/>
                </p:nvSpPr>
                <p:spPr>
                  <a:xfrm>
                    <a:off x="4131100" y="25452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65" name="Google Shape;1265;p21"/>
                  <p:cNvSpPr/>
                  <p:nvPr/>
                </p:nvSpPr>
                <p:spPr>
                  <a:xfrm>
                    <a:off x="4131104" y="2574178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66" name="Google Shape;1266;p21"/>
                  <p:cNvSpPr/>
                  <p:nvPr/>
                </p:nvSpPr>
                <p:spPr>
                  <a:xfrm>
                    <a:off x="4131104" y="2602801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67" name="Google Shape;1267;p21"/>
                  <p:cNvSpPr/>
                  <p:nvPr/>
                </p:nvSpPr>
                <p:spPr>
                  <a:xfrm>
                    <a:off x="4131104" y="2631399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68" name="Google Shape;1268;p21"/>
                  <p:cNvSpPr/>
                  <p:nvPr/>
                </p:nvSpPr>
                <p:spPr>
                  <a:xfrm>
                    <a:off x="4131104" y="2660023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69" name="Google Shape;1269;p21"/>
                  <p:cNvSpPr/>
                  <p:nvPr/>
                </p:nvSpPr>
                <p:spPr>
                  <a:xfrm>
                    <a:off x="4131104" y="2688646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1270" name="Google Shape;1270;p21"/>
              <p:cNvGrpSpPr/>
              <p:nvPr/>
            </p:nvGrpSpPr>
            <p:grpSpPr>
              <a:xfrm>
                <a:off x="8068746" y="3944350"/>
                <a:ext cx="522018" cy="776192"/>
                <a:chOff x="4131100" y="2430804"/>
                <a:chExt cx="300944" cy="257871"/>
              </a:xfrm>
            </p:grpSpPr>
            <p:sp>
              <p:nvSpPr>
                <p:cNvPr id="1271" name="Google Shape;1271;p21"/>
                <p:cNvSpPr/>
                <p:nvPr/>
              </p:nvSpPr>
              <p:spPr>
                <a:xfrm>
                  <a:off x="4131104" y="2430804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2" name="Google Shape;1272;p21"/>
                <p:cNvSpPr/>
                <p:nvPr/>
              </p:nvSpPr>
              <p:spPr>
                <a:xfrm>
                  <a:off x="4131104" y="245942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3" name="Google Shape;1273;p21"/>
                <p:cNvSpPr/>
                <p:nvPr/>
              </p:nvSpPr>
              <p:spPr>
                <a:xfrm>
                  <a:off x="4131104" y="2488026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4" name="Google Shape;1274;p21"/>
                <p:cNvSpPr/>
                <p:nvPr/>
              </p:nvSpPr>
              <p:spPr>
                <a:xfrm>
                  <a:off x="4131104" y="2516649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5" name="Google Shape;1275;p21"/>
                <p:cNvSpPr/>
                <p:nvPr/>
              </p:nvSpPr>
              <p:spPr>
                <a:xfrm>
                  <a:off x="4131104" y="254524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6" name="Google Shape;1276;p21"/>
                <p:cNvSpPr/>
                <p:nvPr/>
              </p:nvSpPr>
              <p:spPr>
                <a:xfrm>
                  <a:off x="4131100" y="257417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7" name="Google Shape;1277;p21"/>
                <p:cNvSpPr/>
                <p:nvPr/>
              </p:nvSpPr>
              <p:spPr>
                <a:xfrm>
                  <a:off x="4131100" y="26028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8" name="Google Shape;1278;p21"/>
                <p:cNvSpPr/>
                <p:nvPr/>
              </p:nvSpPr>
              <p:spPr>
                <a:xfrm>
                  <a:off x="4131100" y="26314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9" name="Google Shape;1279;p21"/>
                <p:cNvSpPr/>
                <p:nvPr/>
              </p:nvSpPr>
              <p:spPr>
                <a:xfrm>
                  <a:off x="4131100" y="266002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0" name="Google Shape;1280;p21"/>
                <p:cNvSpPr/>
                <p:nvPr/>
              </p:nvSpPr>
              <p:spPr>
                <a:xfrm>
                  <a:off x="4131100" y="268865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281" name="Google Shape;1281;p21"/>
          <p:cNvSpPr txBox="1"/>
          <p:nvPr>
            <p:ph idx="1" type="body"/>
          </p:nvPr>
        </p:nvSpPr>
        <p:spPr>
          <a:xfrm>
            <a:off x="720000" y="1401425"/>
            <a:ext cx="3113400" cy="30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2" name="Google Shape;1282;p21"/>
          <p:cNvSpPr txBox="1"/>
          <p:nvPr>
            <p:ph type="title"/>
          </p:nvPr>
        </p:nvSpPr>
        <p:spPr>
          <a:xfrm>
            <a:off x="720000" y="778450"/>
            <a:ext cx="6569700" cy="457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1283" name="Google Shape;1283;p21"/>
          <p:cNvSpPr/>
          <p:nvPr>
            <p:ph idx="2" type="pic"/>
          </p:nvPr>
        </p:nvSpPr>
        <p:spPr>
          <a:xfrm>
            <a:off x="4235797" y="1401430"/>
            <a:ext cx="3054000" cy="3054900"/>
          </a:xfrm>
          <a:prstGeom prst="roundRect">
            <a:avLst>
              <a:gd fmla="val 290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_1_1_1_1_1"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5" name="Google Shape;1285;p22"/>
          <p:cNvGrpSpPr/>
          <p:nvPr/>
        </p:nvGrpSpPr>
        <p:grpSpPr>
          <a:xfrm>
            <a:off x="100500" y="-22387"/>
            <a:ext cx="9075517" cy="5188274"/>
            <a:chOff x="100500" y="-22387"/>
            <a:chExt cx="9075517" cy="5188274"/>
          </a:xfrm>
        </p:grpSpPr>
        <p:grpSp>
          <p:nvGrpSpPr>
            <p:cNvPr id="1286" name="Google Shape;1286;p22"/>
            <p:cNvGrpSpPr/>
            <p:nvPr/>
          </p:nvGrpSpPr>
          <p:grpSpPr>
            <a:xfrm>
              <a:off x="100500" y="100500"/>
              <a:ext cx="7824000" cy="4942500"/>
              <a:chOff x="100500" y="100500"/>
              <a:chExt cx="7824000" cy="4942500"/>
            </a:xfrm>
          </p:grpSpPr>
          <p:sp>
            <p:nvSpPr>
              <p:cNvPr id="1287" name="Google Shape;1287;p22"/>
              <p:cNvSpPr/>
              <p:nvPr/>
            </p:nvSpPr>
            <p:spPr>
              <a:xfrm>
                <a:off x="100500" y="100500"/>
                <a:ext cx="7824000" cy="4942500"/>
              </a:xfrm>
              <a:prstGeom prst="roundRect">
                <a:avLst>
                  <a:gd fmla="val 3114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288" name="Google Shape;1288;p22"/>
              <p:cNvGrpSpPr/>
              <p:nvPr/>
            </p:nvGrpSpPr>
            <p:grpSpPr>
              <a:xfrm>
                <a:off x="201900" y="202050"/>
                <a:ext cx="7622100" cy="4739400"/>
                <a:chOff x="201900" y="202050"/>
                <a:chExt cx="7622100" cy="4739400"/>
              </a:xfrm>
            </p:grpSpPr>
            <p:sp>
              <p:nvSpPr>
                <p:cNvPr id="1289" name="Google Shape;1289;p22"/>
                <p:cNvSpPr/>
                <p:nvPr/>
              </p:nvSpPr>
              <p:spPr>
                <a:xfrm>
                  <a:off x="201900" y="202050"/>
                  <a:ext cx="7622100" cy="4739400"/>
                </a:xfrm>
                <a:prstGeom prst="roundRect">
                  <a:avLst>
                    <a:gd fmla="val 2399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0" name="Google Shape;1290;p22"/>
                <p:cNvSpPr/>
                <p:nvPr/>
              </p:nvSpPr>
              <p:spPr>
                <a:xfrm>
                  <a:off x="303000" y="302550"/>
                  <a:ext cx="7419900" cy="4538400"/>
                </a:xfrm>
                <a:prstGeom prst="roundRect">
                  <a:avLst>
                    <a:gd fmla="val 1202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1" name="Google Shape;1291;p22"/>
                <p:cNvSpPr/>
                <p:nvPr/>
              </p:nvSpPr>
              <p:spPr>
                <a:xfrm>
                  <a:off x="403500" y="403050"/>
                  <a:ext cx="7218900" cy="4337400"/>
                </a:xfrm>
                <a:prstGeom prst="roundRect">
                  <a:avLst>
                    <a:gd fmla="val 1202" name="adj"/>
                  </a:avLst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2" name="Google Shape;1292;p22"/>
                <p:cNvSpPr/>
                <p:nvPr/>
              </p:nvSpPr>
              <p:spPr>
                <a:xfrm>
                  <a:off x="403500" y="403050"/>
                  <a:ext cx="7218900" cy="100500"/>
                </a:xfrm>
                <a:prstGeom prst="round2SameRect">
                  <a:avLst>
                    <a:gd fmla="val 50000" name="adj1"/>
                    <a:gd fmla="val 0" name="adj2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293" name="Google Shape;1293;p22"/>
            <p:cNvGrpSpPr/>
            <p:nvPr/>
          </p:nvGrpSpPr>
          <p:grpSpPr>
            <a:xfrm>
              <a:off x="8068746" y="-22387"/>
              <a:ext cx="1107271" cy="5188274"/>
              <a:chOff x="8068746" y="-22387"/>
              <a:chExt cx="1107271" cy="5188274"/>
            </a:xfrm>
          </p:grpSpPr>
          <p:grpSp>
            <p:nvGrpSpPr>
              <p:cNvPr id="1294" name="Google Shape;1294;p22"/>
              <p:cNvGrpSpPr/>
              <p:nvPr/>
            </p:nvGrpSpPr>
            <p:grpSpPr>
              <a:xfrm>
                <a:off x="8068746" y="-22387"/>
                <a:ext cx="1107271" cy="5188274"/>
                <a:chOff x="8068746" y="-22387"/>
                <a:chExt cx="1107271" cy="5188274"/>
              </a:xfrm>
            </p:grpSpPr>
            <p:grpSp>
              <p:nvGrpSpPr>
                <p:cNvPr id="1295" name="Google Shape;1295;p22"/>
                <p:cNvGrpSpPr/>
                <p:nvPr/>
              </p:nvGrpSpPr>
              <p:grpSpPr>
                <a:xfrm>
                  <a:off x="8467466" y="-22387"/>
                  <a:ext cx="708551" cy="5188274"/>
                  <a:chOff x="8467466" y="-22387"/>
                  <a:chExt cx="708551" cy="5188274"/>
                </a:xfrm>
              </p:grpSpPr>
              <p:grpSp>
                <p:nvGrpSpPr>
                  <p:cNvPr id="1296" name="Google Shape;1296;p22"/>
                  <p:cNvGrpSpPr/>
                  <p:nvPr/>
                </p:nvGrpSpPr>
                <p:grpSpPr>
                  <a:xfrm rot="10800000">
                    <a:off x="8467466" y="-22387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1297" name="Google Shape;1297;p22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98" name="Google Shape;1298;p22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99" name="Google Shape;1299;p22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00" name="Google Shape;1300;p22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01" name="Google Shape;1301;p22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02" name="Google Shape;1302;p22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03" name="Google Shape;1303;p22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04" name="Google Shape;1304;p22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05" name="Google Shape;1305;p22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06" name="Google Shape;1306;p22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07" name="Google Shape;1307;p22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08" name="Google Shape;1308;p22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09" name="Google Shape;1309;p22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310" name="Google Shape;1310;p22"/>
                  <p:cNvGrpSpPr/>
                  <p:nvPr/>
                </p:nvGrpSpPr>
                <p:grpSpPr>
                  <a:xfrm flipH="1">
                    <a:off x="8467466" y="3748199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1311" name="Google Shape;1311;p22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12" name="Google Shape;1312;p22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13" name="Google Shape;1313;p22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14" name="Google Shape;1314;p22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15" name="Google Shape;1315;p22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16" name="Google Shape;1316;p22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17" name="Google Shape;1317;p22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18" name="Google Shape;1318;p22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19" name="Google Shape;1319;p22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20" name="Google Shape;1320;p22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21" name="Google Shape;1321;p22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22" name="Google Shape;1322;p22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23" name="Google Shape;1323;p22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1324" name="Google Shape;1324;p22"/>
                <p:cNvGrpSpPr/>
                <p:nvPr/>
              </p:nvGrpSpPr>
              <p:grpSpPr>
                <a:xfrm>
                  <a:off x="8068746" y="422958"/>
                  <a:ext cx="521992" cy="776192"/>
                  <a:chOff x="4131100" y="2430800"/>
                  <a:chExt cx="300930" cy="257871"/>
                </a:xfrm>
              </p:grpSpPr>
              <p:sp>
                <p:nvSpPr>
                  <p:cNvPr id="1325" name="Google Shape;1325;p22"/>
                  <p:cNvSpPr/>
                  <p:nvPr/>
                </p:nvSpPr>
                <p:spPr>
                  <a:xfrm>
                    <a:off x="4131100" y="243080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26" name="Google Shape;1326;p22"/>
                  <p:cNvSpPr/>
                  <p:nvPr/>
                </p:nvSpPr>
                <p:spPr>
                  <a:xfrm>
                    <a:off x="4131100" y="24594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27" name="Google Shape;1327;p22"/>
                  <p:cNvSpPr/>
                  <p:nvPr/>
                </p:nvSpPr>
                <p:spPr>
                  <a:xfrm>
                    <a:off x="4131100" y="24880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28" name="Google Shape;1328;p22"/>
                  <p:cNvSpPr/>
                  <p:nvPr/>
                </p:nvSpPr>
                <p:spPr>
                  <a:xfrm>
                    <a:off x="4131100" y="25166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29" name="Google Shape;1329;p22"/>
                  <p:cNvSpPr/>
                  <p:nvPr/>
                </p:nvSpPr>
                <p:spPr>
                  <a:xfrm>
                    <a:off x="4131100" y="25452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0" name="Google Shape;1330;p22"/>
                  <p:cNvSpPr/>
                  <p:nvPr/>
                </p:nvSpPr>
                <p:spPr>
                  <a:xfrm>
                    <a:off x="4131104" y="2574178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1" name="Google Shape;1331;p22"/>
                  <p:cNvSpPr/>
                  <p:nvPr/>
                </p:nvSpPr>
                <p:spPr>
                  <a:xfrm>
                    <a:off x="4131104" y="2602801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2" name="Google Shape;1332;p22"/>
                  <p:cNvSpPr/>
                  <p:nvPr/>
                </p:nvSpPr>
                <p:spPr>
                  <a:xfrm>
                    <a:off x="4131104" y="2631399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3" name="Google Shape;1333;p22"/>
                  <p:cNvSpPr/>
                  <p:nvPr/>
                </p:nvSpPr>
                <p:spPr>
                  <a:xfrm>
                    <a:off x="4131104" y="2660023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4" name="Google Shape;1334;p22"/>
                  <p:cNvSpPr/>
                  <p:nvPr/>
                </p:nvSpPr>
                <p:spPr>
                  <a:xfrm>
                    <a:off x="4131104" y="2688646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1335" name="Google Shape;1335;p22"/>
              <p:cNvGrpSpPr/>
              <p:nvPr/>
            </p:nvGrpSpPr>
            <p:grpSpPr>
              <a:xfrm>
                <a:off x="8068746" y="3944350"/>
                <a:ext cx="522018" cy="776192"/>
                <a:chOff x="4131100" y="2430804"/>
                <a:chExt cx="300944" cy="257871"/>
              </a:xfrm>
            </p:grpSpPr>
            <p:sp>
              <p:nvSpPr>
                <p:cNvPr id="1336" name="Google Shape;1336;p22"/>
                <p:cNvSpPr/>
                <p:nvPr/>
              </p:nvSpPr>
              <p:spPr>
                <a:xfrm>
                  <a:off x="4131104" y="2430804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7" name="Google Shape;1337;p22"/>
                <p:cNvSpPr/>
                <p:nvPr/>
              </p:nvSpPr>
              <p:spPr>
                <a:xfrm>
                  <a:off x="4131104" y="245942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8" name="Google Shape;1338;p22"/>
                <p:cNvSpPr/>
                <p:nvPr/>
              </p:nvSpPr>
              <p:spPr>
                <a:xfrm>
                  <a:off x="4131104" y="2488026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9" name="Google Shape;1339;p22"/>
                <p:cNvSpPr/>
                <p:nvPr/>
              </p:nvSpPr>
              <p:spPr>
                <a:xfrm>
                  <a:off x="4131104" y="2516649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0" name="Google Shape;1340;p22"/>
                <p:cNvSpPr/>
                <p:nvPr/>
              </p:nvSpPr>
              <p:spPr>
                <a:xfrm>
                  <a:off x="4131104" y="254524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1" name="Google Shape;1341;p22"/>
                <p:cNvSpPr/>
                <p:nvPr/>
              </p:nvSpPr>
              <p:spPr>
                <a:xfrm>
                  <a:off x="4131100" y="257417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2" name="Google Shape;1342;p22"/>
                <p:cNvSpPr/>
                <p:nvPr/>
              </p:nvSpPr>
              <p:spPr>
                <a:xfrm>
                  <a:off x="4131100" y="26028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3" name="Google Shape;1343;p22"/>
                <p:cNvSpPr/>
                <p:nvPr/>
              </p:nvSpPr>
              <p:spPr>
                <a:xfrm>
                  <a:off x="4131100" y="26314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4" name="Google Shape;1344;p22"/>
                <p:cNvSpPr/>
                <p:nvPr/>
              </p:nvSpPr>
              <p:spPr>
                <a:xfrm>
                  <a:off x="4131100" y="266002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5" name="Google Shape;1345;p22"/>
                <p:cNvSpPr/>
                <p:nvPr/>
              </p:nvSpPr>
              <p:spPr>
                <a:xfrm>
                  <a:off x="4131100" y="268865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346" name="Google Shape;1346;p22"/>
          <p:cNvSpPr txBox="1"/>
          <p:nvPr>
            <p:ph idx="1" type="subTitle"/>
          </p:nvPr>
        </p:nvSpPr>
        <p:spPr>
          <a:xfrm>
            <a:off x="720200" y="2728675"/>
            <a:ext cx="3255300" cy="10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47" name="Google Shape;1347;p22"/>
          <p:cNvSpPr txBox="1"/>
          <p:nvPr>
            <p:ph type="title"/>
          </p:nvPr>
        </p:nvSpPr>
        <p:spPr>
          <a:xfrm>
            <a:off x="720200" y="1554650"/>
            <a:ext cx="3255300" cy="1244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1348" name="Google Shape;1348;p22"/>
          <p:cNvSpPr/>
          <p:nvPr>
            <p:ph idx="2" type="pic"/>
          </p:nvPr>
        </p:nvSpPr>
        <p:spPr>
          <a:xfrm>
            <a:off x="4235797" y="1086980"/>
            <a:ext cx="3054000" cy="3054900"/>
          </a:xfrm>
          <a:prstGeom prst="roundRect">
            <a:avLst>
              <a:gd fmla="val 290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0"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0" name="Google Shape;1350;p23"/>
          <p:cNvGrpSpPr/>
          <p:nvPr/>
        </p:nvGrpSpPr>
        <p:grpSpPr>
          <a:xfrm>
            <a:off x="100500" y="-22387"/>
            <a:ext cx="9075517" cy="5188274"/>
            <a:chOff x="100500" y="-22387"/>
            <a:chExt cx="9075517" cy="5188274"/>
          </a:xfrm>
        </p:grpSpPr>
        <p:grpSp>
          <p:nvGrpSpPr>
            <p:cNvPr id="1351" name="Google Shape;1351;p23"/>
            <p:cNvGrpSpPr/>
            <p:nvPr/>
          </p:nvGrpSpPr>
          <p:grpSpPr>
            <a:xfrm>
              <a:off x="100500" y="100500"/>
              <a:ext cx="7824000" cy="4942500"/>
              <a:chOff x="100500" y="100500"/>
              <a:chExt cx="7824000" cy="4942500"/>
            </a:xfrm>
          </p:grpSpPr>
          <p:sp>
            <p:nvSpPr>
              <p:cNvPr id="1352" name="Google Shape;1352;p23"/>
              <p:cNvSpPr/>
              <p:nvPr/>
            </p:nvSpPr>
            <p:spPr>
              <a:xfrm>
                <a:off x="100500" y="100500"/>
                <a:ext cx="7824000" cy="4942500"/>
              </a:xfrm>
              <a:prstGeom prst="roundRect">
                <a:avLst>
                  <a:gd fmla="val 3114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53" name="Google Shape;1353;p23"/>
              <p:cNvGrpSpPr/>
              <p:nvPr/>
            </p:nvGrpSpPr>
            <p:grpSpPr>
              <a:xfrm>
                <a:off x="201900" y="202050"/>
                <a:ext cx="7622100" cy="4739400"/>
                <a:chOff x="201900" y="202050"/>
                <a:chExt cx="7622100" cy="4739400"/>
              </a:xfrm>
            </p:grpSpPr>
            <p:sp>
              <p:nvSpPr>
                <p:cNvPr id="1354" name="Google Shape;1354;p23"/>
                <p:cNvSpPr/>
                <p:nvPr/>
              </p:nvSpPr>
              <p:spPr>
                <a:xfrm>
                  <a:off x="201900" y="202050"/>
                  <a:ext cx="7622100" cy="4739400"/>
                </a:xfrm>
                <a:prstGeom prst="roundRect">
                  <a:avLst>
                    <a:gd fmla="val 2399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5" name="Google Shape;1355;p23"/>
                <p:cNvSpPr/>
                <p:nvPr/>
              </p:nvSpPr>
              <p:spPr>
                <a:xfrm>
                  <a:off x="303000" y="302550"/>
                  <a:ext cx="7419900" cy="4538400"/>
                </a:xfrm>
                <a:prstGeom prst="roundRect">
                  <a:avLst>
                    <a:gd fmla="val 1202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6" name="Google Shape;1356;p23"/>
                <p:cNvSpPr/>
                <p:nvPr/>
              </p:nvSpPr>
              <p:spPr>
                <a:xfrm>
                  <a:off x="403500" y="403050"/>
                  <a:ext cx="7218900" cy="4337400"/>
                </a:xfrm>
                <a:prstGeom prst="roundRect">
                  <a:avLst>
                    <a:gd fmla="val 1202" name="adj"/>
                  </a:avLst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7" name="Google Shape;1357;p23"/>
                <p:cNvSpPr/>
                <p:nvPr/>
              </p:nvSpPr>
              <p:spPr>
                <a:xfrm>
                  <a:off x="403500" y="403050"/>
                  <a:ext cx="7218900" cy="100500"/>
                </a:xfrm>
                <a:prstGeom prst="round2SameRect">
                  <a:avLst>
                    <a:gd fmla="val 50000" name="adj1"/>
                    <a:gd fmla="val 0" name="adj2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358" name="Google Shape;1358;p23"/>
            <p:cNvGrpSpPr/>
            <p:nvPr/>
          </p:nvGrpSpPr>
          <p:grpSpPr>
            <a:xfrm>
              <a:off x="8068746" y="-22387"/>
              <a:ext cx="1107271" cy="5188274"/>
              <a:chOff x="8068746" y="-22387"/>
              <a:chExt cx="1107271" cy="5188274"/>
            </a:xfrm>
          </p:grpSpPr>
          <p:grpSp>
            <p:nvGrpSpPr>
              <p:cNvPr id="1359" name="Google Shape;1359;p23"/>
              <p:cNvGrpSpPr/>
              <p:nvPr/>
            </p:nvGrpSpPr>
            <p:grpSpPr>
              <a:xfrm>
                <a:off x="8068746" y="-22387"/>
                <a:ext cx="1107271" cy="5188274"/>
                <a:chOff x="8068746" y="-22387"/>
                <a:chExt cx="1107271" cy="5188274"/>
              </a:xfrm>
            </p:grpSpPr>
            <p:grpSp>
              <p:nvGrpSpPr>
                <p:cNvPr id="1360" name="Google Shape;1360;p23"/>
                <p:cNvGrpSpPr/>
                <p:nvPr/>
              </p:nvGrpSpPr>
              <p:grpSpPr>
                <a:xfrm>
                  <a:off x="8467466" y="-22387"/>
                  <a:ext cx="708551" cy="5188274"/>
                  <a:chOff x="8467466" y="-22387"/>
                  <a:chExt cx="708551" cy="5188274"/>
                </a:xfrm>
              </p:grpSpPr>
              <p:grpSp>
                <p:nvGrpSpPr>
                  <p:cNvPr id="1361" name="Google Shape;1361;p23"/>
                  <p:cNvGrpSpPr/>
                  <p:nvPr/>
                </p:nvGrpSpPr>
                <p:grpSpPr>
                  <a:xfrm rot="10800000">
                    <a:off x="8467466" y="-22387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1362" name="Google Shape;1362;p23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63" name="Google Shape;1363;p23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64" name="Google Shape;1364;p23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65" name="Google Shape;1365;p23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66" name="Google Shape;1366;p23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67" name="Google Shape;1367;p23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68" name="Google Shape;1368;p23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69" name="Google Shape;1369;p23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70" name="Google Shape;1370;p23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71" name="Google Shape;1371;p23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72" name="Google Shape;1372;p23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73" name="Google Shape;1373;p23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74" name="Google Shape;1374;p23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375" name="Google Shape;1375;p23"/>
                  <p:cNvGrpSpPr/>
                  <p:nvPr/>
                </p:nvGrpSpPr>
                <p:grpSpPr>
                  <a:xfrm flipH="1">
                    <a:off x="8467466" y="3748199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1376" name="Google Shape;1376;p23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77" name="Google Shape;1377;p23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78" name="Google Shape;1378;p23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79" name="Google Shape;1379;p23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80" name="Google Shape;1380;p23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81" name="Google Shape;1381;p23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82" name="Google Shape;1382;p23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83" name="Google Shape;1383;p23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84" name="Google Shape;1384;p23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85" name="Google Shape;1385;p23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86" name="Google Shape;1386;p23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87" name="Google Shape;1387;p23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388" name="Google Shape;1388;p23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1389" name="Google Shape;1389;p23"/>
                <p:cNvGrpSpPr/>
                <p:nvPr/>
              </p:nvGrpSpPr>
              <p:grpSpPr>
                <a:xfrm>
                  <a:off x="8068746" y="422958"/>
                  <a:ext cx="521992" cy="776192"/>
                  <a:chOff x="4131100" y="2430800"/>
                  <a:chExt cx="300930" cy="257871"/>
                </a:xfrm>
              </p:grpSpPr>
              <p:sp>
                <p:nvSpPr>
                  <p:cNvPr id="1390" name="Google Shape;1390;p23"/>
                  <p:cNvSpPr/>
                  <p:nvPr/>
                </p:nvSpPr>
                <p:spPr>
                  <a:xfrm>
                    <a:off x="4131100" y="243080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91" name="Google Shape;1391;p23"/>
                  <p:cNvSpPr/>
                  <p:nvPr/>
                </p:nvSpPr>
                <p:spPr>
                  <a:xfrm>
                    <a:off x="4131100" y="24594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92" name="Google Shape;1392;p23"/>
                  <p:cNvSpPr/>
                  <p:nvPr/>
                </p:nvSpPr>
                <p:spPr>
                  <a:xfrm>
                    <a:off x="4131100" y="24880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93" name="Google Shape;1393;p23"/>
                  <p:cNvSpPr/>
                  <p:nvPr/>
                </p:nvSpPr>
                <p:spPr>
                  <a:xfrm>
                    <a:off x="4131100" y="25166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94" name="Google Shape;1394;p23"/>
                  <p:cNvSpPr/>
                  <p:nvPr/>
                </p:nvSpPr>
                <p:spPr>
                  <a:xfrm>
                    <a:off x="4131100" y="25452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95" name="Google Shape;1395;p23"/>
                  <p:cNvSpPr/>
                  <p:nvPr/>
                </p:nvSpPr>
                <p:spPr>
                  <a:xfrm>
                    <a:off x="4131104" y="2574178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96" name="Google Shape;1396;p23"/>
                  <p:cNvSpPr/>
                  <p:nvPr/>
                </p:nvSpPr>
                <p:spPr>
                  <a:xfrm>
                    <a:off x="4131104" y="2602801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97" name="Google Shape;1397;p23"/>
                  <p:cNvSpPr/>
                  <p:nvPr/>
                </p:nvSpPr>
                <p:spPr>
                  <a:xfrm>
                    <a:off x="4131104" y="2631399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98" name="Google Shape;1398;p23"/>
                  <p:cNvSpPr/>
                  <p:nvPr/>
                </p:nvSpPr>
                <p:spPr>
                  <a:xfrm>
                    <a:off x="4131104" y="2660023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99" name="Google Shape;1399;p23"/>
                  <p:cNvSpPr/>
                  <p:nvPr/>
                </p:nvSpPr>
                <p:spPr>
                  <a:xfrm>
                    <a:off x="4131104" y="2688646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1400" name="Google Shape;1400;p23"/>
              <p:cNvGrpSpPr/>
              <p:nvPr/>
            </p:nvGrpSpPr>
            <p:grpSpPr>
              <a:xfrm>
                <a:off x="8068746" y="3944350"/>
                <a:ext cx="522018" cy="776192"/>
                <a:chOff x="4131100" y="2430804"/>
                <a:chExt cx="300944" cy="257871"/>
              </a:xfrm>
            </p:grpSpPr>
            <p:sp>
              <p:nvSpPr>
                <p:cNvPr id="1401" name="Google Shape;1401;p23"/>
                <p:cNvSpPr/>
                <p:nvPr/>
              </p:nvSpPr>
              <p:spPr>
                <a:xfrm>
                  <a:off x="4131104" y="2430804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2" name="Google Shape;1402;p23"/>
                <p:cNvSpPr/>
                <p:nvPr/>
              </p:nvSpPr>
              <p:spPr>
                <a:xfrm>
                  <a:off x="4131104" y="245942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3" name="Google Shape;1403;p23"/>
                <p:cNvSpPr/>
                <p:nvPr/>
              </p:nvSpPr>
              <p:spPr>
                <a:xfrm>
                  <a:off x="4131104" y="2488026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4" name="Google Shape;1404;p23"/>
                <p:cNvSpPr/>
                <p:nvPr/>
              </p:nvSpPr>
              <p:spPr>
                <a:xfrm>
                  <a:off x="4131104" y="2516649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5" name="Google Shape;1405;p23"/>
                <p:cNvSpPr/>
                <p:nvPr/>
              </p:nvSpPr>
              <p:spPr>
                <a:xfrm>
                  <a:off x="4131104" y="254524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6" name="Google Shape;1406;p23"/>
                <p:cNvSpPr/>
                <p:nvPr/>
              </p:nvSpPr>
              <p:spPr>
                <a:xfrm>
                  <a:off x="4131100" y="257417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7" name="Google Shape;1407;p23"/>
                <p:cNvSpPr/>
                <p:nvPr/>
              </p:nvSpPr>
              <p:spPr>
                <a:xfrm>
                  <a:off x="4131100" y="26028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8" name="Google Shape;1408;p23"/>
                <p:cNvSpPr/>
                <p:nvPr/>
              </p:nvSpPr>
              <p:spPr>
                <a:xfrm>
                  <a:off x="4131100" y="26314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9" name="Google Shape;1409;p23"/>
                <p:cNvSpPr/>
                <p:nvPr/>
              </p:nvSpPr>
              <p:spPr>
                <a:xfrm>
                  <a:off x="4131100" y="266002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0" name="Google Shape;1410;p23"/>
                <p:cNvSpPr/>
                <p:nvPr/>
              </p:nvSpPr>
              <p:spPr>
                <a:xfrm>
                  <a:off x="4131100" y="268865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411" name="Google Shape;1411;p23"/>
          <p:cNvSpPr txBox="1"/>
          <p:nvPr>
            <p:ph type="title"/>
          </p:nvPr>
        </p:nvSpPr>
        <p:spPr>
          <a:xfrm>
            <a:off x="720000" y="778450"/>
            <a:ext cx="6569700" cy="457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2_3"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3" name="Google Shape;1413;p24"/>
          <p:cNvGrpSpPr/>
          <p:nvPr/>
        </p:nvGrpSpPr>
        <p:grpSpPr>
          <a:xfrm>
            <a:off x="100500" y="-22387"/>
            <a:ext cx="9075517" cy="5188274"/>
            <a:chOff x="100500" y="-22387"/>
            <a:chExt cx="9075517" cy="5188274"/>
          </a:xfrm>
        </p:grpSpPr>
        <p:grpSp>
          <p:nvGrpSpPr>
            <p:cNvPr id="1414" name="Google Shape;1414;p24"/>
            <p:cNvGrpSpPr/>
            <p:nvPr/>
          </p:nvGrpSpPr>
          <p:grpSpPr>
            <a:xfrm>
              <a:off x="100500" y="100500"/>
              <a:ext cx="7824000" cy="4942500"/>
              <a:chOff x="100500" y="100500"/>
              <a:chExt cx="7824000" cy="4942500"/>
            </a:xfrm>
          </p:grpSpPr>
          <p:sp>
            <p:nvSpPr>
              <p:cNvPr id="1415" name="Google Shape;1415;p24"/>
              <p:cNvSpPr/>
              <p:nvPr/>
            </p:nvSpPr>
            <p:spPr>
              <a:xfrm>
                <a:off x="100500" y="100500"/>
                <a:ext cx="7824000" cy="4942500"/>
              </a:xfrm>
              <a:prstGeom prst="roundRect">
                <a:avLst>
                  <a:gd fmla="val 3114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416" name="Google Shape;1416;p24"/>
              <p:cNvGrpSpPr/>
              <p:nvPr/>
            </p:nvGrpSpPr>
            <p:grpSpPr>
              <a:xfrm>
                <a:off x="201900" y="202050"/>
                <a:ext cx="7622100" cy="4739400"/>
                <a:chOff x="201900" y="202050"/>
                <a:chExt cx="7622100" cy="4739400"/>
              </a:xfrm>
            </p:grpSpPr>
            <p:sp>
              <p:nvSpPr>
                <p:cNvPr id="1417" name="Google Shape;1417;p24"/>
                <p:cNvSpPr/>
                <p:nvPr/>
              </p:nvSpPr>
              <p:spPr>
                <a:xfrm>
                  <a:off x="201900" y="202050"/>
                  <a:ext cx="7622100" cy="4739400"/>
                </a:xfrm>
                <a:prstGeom prst="roundRect">
                  <a:avLst>
                    <a:gd fmla="val 2399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8" name="Google Shape;1418;p24"/>
                <p:cNvSpPr/>
                <p:nvPr/>
              </p:nvSpPr>
              <p:spPr>
                <a:xfrm>
                  <a:off x="303000" y="302550"/>
                  <a:ext cx="7419900" cy="4538400"/>
                </a:xfrm>
                <a:prstGeom prst="roundRect">
                  <a:avLst>
                    <a:gd fmla="val 1202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9" name="Google Shape;1419;p24"/>
                <p:cNvSpPr/>
                <p:nvPr/>
              </p:nvSpPr>
              <p:spPr>
                <a:xfrm>
                  <a:off x="403500" y="403050"/>
                  <a:ext cx="7218900" cy="4337400"/>
                </a:xfrm>
                <a:prstGeom prst="roundRect">
                  <a:avLst>
                    <a:gd fmla="val 1202" name="adj"/>
                  </a:avLst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20" name="Google Shape;1420;p24"/>
                <p:cNvSpPr/>
                <p:nvPr/>
              </p:nvSpPr>
              <p:spPr>
                <a:xfrm>
                  <a:off x="403500" y="403050"/>
                  <a:ext cx="7218900" cy="100500"/>
                </a:xfrm>
                <a:prstGeom prst="round2SameRect">
                  <a:avLst>
                    <a:gd fmla="val 50000" name="adj1"/>
                    <a:gd fmla="val 0" name="adj2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421" name="Google Shape;1421;p24"/>
            <p:cNvGrpSpPr/>
            <p:nvPr/>
          </p:nvGrpSpPr>
          <p:grpSpPr>
            <a:xfrm>
              <a:off x="8068746" y="-22387"/>
              <a:ext cx="1107271" cy="5188274"/>
              <a:chOff x="8068746" y="-22387"/>
              <a:chExt cx="1107271" cy="5188274"/>
            </a:xfrm>
          </p:grpSpPr>
          <p:grpSp>
            <p:nvGrpSpPr>
              <p:cNvPr id="1422" name="Google Shape;1422;p24"/>
              <p:cNvGrpSpPr/>
              <p:nvPr/>
            </p:nvGrpSpPr>
            <p:grpSpPr>
              <a:xfrm>
                <a:off x="8068746" y="-22387"/>
                <a:ext cx="1107271" cy="5188274"/>
                <a:chOff x="8068746" y="-22387"/>
                <a:chExt cx="1107271" cy="5188274"/>
              </a:xfrm>
            </p:grpSpPr>
            <p:grpSp>
              <p:nvGrpSpPr>
                <p:cNvPr id="1423" name="Google Shape;1423;p24"/>
                <p:cNvGrpSpPr/>
                <p:nvPr/>
              </p:nvGrpSpPr>
              <p:grpSpPr>
                <a:xfrm>
                  <a:off x="8467466" y="-22387"/>
                  <a:ext cx="708551" cy="5188274"/>
                  <a:chOff x="8467466" y="-22387"/>
                  <a:chExt cx="708551" cy="5188274"/>
                </a:xfrm>
              </p:grpSpPr>
              <p:grpSp>
                <p:nvGrpSpPr>
                  <p:cNvPr id="1424" name="Google Shape;1424;p24"/>
                  <p:cNvGrpSpPr/>
                  <p:nvPr/>
                </p:nvGrpSpPr>
                <p:grpSpPr>
                  <a:xfrm rot="10800000">
                    <a:off x="8467466" y="-22387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1425" name="Google Shape;1425;p24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26" name="Google Shape;1426;p24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27" name="Google Shape;1427;p24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28" name="Google Shape;1428;p24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29" name="Google Shape;1429;p24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30" name="Google Shape;1430;p24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31" name="Google Shape;1431;p24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32" name="Google Shape;1432;p24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33" name="Google Shape;1433;p24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34" name="Google Shape;1434;p24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35" name="Google Shape;1435;p24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36" name="Google Shape;1436;p24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37" name="Google Shape;1437;p24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438" name="Google Shape;1438;p24"/>
                  <p:cNvGrpSpPr/>
                  <p:nvPr/>
                </p:nvGrpSpPr>
                <p:grpSpPr>
                  <a:xfrm flipH="1">
                    <a:off x="8467466" y="3748199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1439" name="Google Shape;1439;p24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40" name="Google Shape;1440;p24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41" name="Google Shape;1441;p24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42" name="Google Shape;1442;p24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43" name="Google Shape;1443;p24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44" name="Google Shape;1444;p24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45" name="Google Shape;1445;p24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46" name="Google Shape;1446;p24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47" name="Google Shape;1447;p24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48" name="Google Shape;1448;p24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49" name="Google Shape;1449;p24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50" name="Google Shape;1450;p24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51" name="Google Shape;1451;p24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1452" name="Google Shape;1452;p24"/>
                <p:cNvGrpSpPr/>
                <p:nvPr/>
              </p:nvGrpSpPr>
              <p:grpSpPr>
                <a:xfrm>
                  <a:off x="8068746" y="422958"/>
                  <a:ext cx="521992" cy="776192"/>
                  <a:chOff x="4131100" y="2430800"/>
                  <a:chExt cx="300930" cy="257871"/>
                </a:xfrm>
              </p:grpSpPr>
              <p:sp>
                <p:nvSpPr>
                  <p:cNvPr id="1453" name="Google Shape;1453;p24"/>
                  <p:cNvSpPr/>
                  <p:nvPr/>
                </p:nvSpPr>
                <p:spPr>
                  <a:xfrm>
                    <a:off x="4131100" y="243080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54" name="Google Shape;1454;p24"/>
                  <p:cNvSpPr/>
                  <p:nvPr/>
                </p:nvSpPr>
                <p:spPr>
                  <a:xfrm>
                    <a:off x="4131100" y="24594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55" name="Google Shape;1455;p24"/>
                  <p:cNvSpPr/>
                  <p:nvPr/>
                </p:nvSpPr>
                <p:spPr>
                  <a:xfrm>
                    <a:off x="4131100" y="24880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56" name="Google Shape;1456;p24"/>
                  <p:cNvSpPr/>
                  <p:nvPr/>
                </p:nvSpPr>
                <p:spPr>
                  <a:xfrm>
                    <a:off x="4131100" y="25166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57" name="Google Shape;1457;p24"/>
                  <p:cNvSpPr/>
                  <p:nvPr/>
                </p:nvSpPr>
                <p:spPr>
                  <a:xfrm>
                    <a:off x="4131100" y="25452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58" name="Google Shape;1458;p24"/>
                  <p:cNvSpPr/>
                  <p:nvPr/>
                </p:nvSpPr>
                <p:spPr>
                  <a:xfrm>
                    <a:off x="4131104" y="2574178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59" name="Google Shape;1459;p24"/>
                  <p:cNvSpPr/>
                  <p:nvPr/>
                </p:nvSpPr>
                <p:spPr>
                  <a:xfrm>
                    <a:off x="4131104" y="2602801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60" name="Google Shape;1460;p24"/>
                  <p:cNvSpPr/>
                  <p:nvPr/>
                </p:nvSpPr>
                <p:spPr>
                  <a:xfrm>
                    <a:off x="4131104" y="2631399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61" name="Google Shape;1461;p24"/>
                  <p:cNvSpPr/>
                  <p:nvPr/>
                </p:nvSpPr>
                <p:spPr>
                  <a:xfrm>
                    <a:off x="4131104" y="2660023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62" name="Google Shape;1462;p24"/>
                  <p:cNvSpPr/>
                  <p:nvPr/>
                </p:nvSpPr>
                <p:spPr>
                  <a:xfrm>
                    <a:off x="4131104" y="2688646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1463" name="Google Shape;1463;p24"/>
              <p:cNvGrpSpPr/>
              <p:nvPr/>
            </p:nvGrpSpPr>
            <p:grpSpPr>
              <a:xfrm>
                <a:off x="8068746" y="3944350"/>
                <a:ext cx="522018" cy="776192"/>
                <a:chOff x="4131100" y="2430804"/>
                <a:chExt cx="300944" cy="257871"/>
              </a:xfrm>
            </p:grpSpPr>
            <p:sp>
              <p:nvSpPr>
                <p:cNvPr id="1464" name="Google Shape;1464;p24"/>
                <p:cNvSpPr/>
                <p:nvPr/>
              </p:nvSpPr>
              <p:spPr>
                <a:xfrm>
                  <a:off x="4131104" y="2430804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5" name="Google Shape;1465;p24"/>
                <p:cNvSpPr/>
                <p:nvPr/>
              </p:nvSpPr>
              <p:spPr>
                <a:xfrm>
                  <a:off x="4131104" y="245942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6" name="Google Shape;1466;p24"/>
                <p:cNvSpPr/>
                <p:nvPr/>
              </p:nvSpPr>
              <p:spPr>
                <a:xfrm>
                  <a:off x="4131104" y="2488026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7" name="Google Shape;1467;p24"/>
                <p:cNvSpPr/>
                <p:nvPr/>
              </p:nvSpPr>
              <p:spPr>
                <a:xfrm>
                  <a:off x="4131104" y="2516649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8" name="Google Shape;1468;p24"/>
                <p:cNvSpPr/>
                <p:nvPr/>
              </p:nvSpPr>
              <p:spPr>
                <a:xfrm>
                  <a:off x="4131104" y="254524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9" name="Google Shape;1469;p24"/>
                <p:cNvSpPr/>
                <p:nvPr/>
              </p:nvSpPr>
              <p:spPr>
                <a:xfrm>
                  <a:off x="4131100" y="257417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0" name="Google Shape;1470;p24"/>
                <p:cNvSpPr/>
                <p:nvPr/>
              </p:nvSpPr>
              <p:spPr>
                <a:xfrm>
                  <a:off x="4131100" y="26028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1" name="Google Shape;1471;p24"/>
                <p:cNvSpPr/>
                <p:nvPr/>
              </p:nvSpPr>
              <p:spPr>
                <a:xfrm>
                  <a:off x="4131100" y="26314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2" name="Google Shape;1472;p24"/>
                <p:cNvSpPr/>
                <p:nvPr/>
              </p:nvSpPr>
              <p:spPr>
                <a:xfrm>
                  <a:off x="4131100" y="266002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3" name="Google Shape;1473;p24"/>
                <p:cNvSpPr/>
                <p:nvPr/>
              </p:nvSpPr>
              <p:spPr>
                <a:xfrm>
                  <a:off x="4131100" y="268865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474" name="Google Shape;1474;p24"/>
          <p:cNvSpPr txBox="1"/>
          <p:nvPr>
            <p:ph type="title"/>
          </p:nvPr>
        </p:nvSpPr>
        <p:spPr>
          <a:xfrm>
            <a:off x="722375" y="1582950"/>
            <a:ext cx="5022300" cy="97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475" name="Google Shape;1475;p24"/>
          <p:cNvSpPr txBox="1"/>
          <p:nvPr>
            <p:ph idx="1" type="subTitle"/>
          </p:nvPr>
        </p:nvSpPr>
        <p:spPr>
          <a:xfrm>
            <a:off x="722375" y="2511399"/>
            <a:ext cx="5022300" cy="10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76" name="Google Shape;1476;p24"/>
          <p:cNvSpPr txBox="1"/>
          <p:nvPr/>
        </p:nvSpPr>
        <p:spPr>
          <a:xfrm>
            <a:off x="722375" y="3813975"/>
            <a:ext cx="50223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CREDITS: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Encode Sans"/>
                <a:ea typeface="Encode Sans"/>
                <a:cs typeface="Encode Sans"/>
                <a:sym typeface="Encode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, including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Encode Sans"/>
                <a:ea typeface="Encode Sans"/>
                <a:cs typeface="Encode Sans"/>
                <a:sym typeface="Encode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Encode Sans Medium"/>
                <a:ea typeface="Encode Sans Medium"/>
                <a:cs typeface="Encode Sans Medium"/>
                <a:sym typeface="Encode Sans Medium"/>
              </a:rPr>
              <a:t> 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Encode Sans"/>
                <a:ea typeface="Encode Sans"/>
                <a:cs typeface="Encode Sans"/>
                <a:sym typeface="Encode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4"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8" name="Google Shape;1478;p25"/>
          <p:cNvGrpSpPr/>
          <p:nvPr/>
        </p:nvGrpSpPr>
        <p:grpSpPr>
          <a:xfrm>
            <a:off x="100500" y="-22387"/>
            <a:ext cx="9075517" cy="5188274"/>
            <a:chOff x="100500" y="-22387"/>
            <a:chExt cx="9075517" cy="5188274"/>
          </a:xfrm>
        </p:grpSpPr>
        <p:grpSp>
          <p:nvGrpSpPr>
            <p:cNvPr id="1479" name="Google Shape;1479;p25"/>
            <p:cNvGrpSpPr/>
            <p:nvPr/>
          </p:nvGrpSpPr>
          <p:grpSpPr>
            <a:xfrm>
              <a:off x="100500" y="100500"/>
              <a:ext cx="7824000" cy="4942500"/>
              <a:chOff x="100500" y="100500"/>
              <a:chExt cx="7824000" cy="4942500"/>
            </a:xfrm>
          </p:grpSpPr>
          <p:sp>
            <p:nvSpPr>
              <p:cNvPr id="1480" name="Google Shape;1480;p25"/>
              <p:cNvSpPr/>
              <p:nvPr/>
            </p:nvSpPr>
            <p:spPr>
              <a:xfrm>
                <a:off x="100500" y="100500"/>
                <a:ext cx="7824000" cy="4942500"/>
              </a:xfrm>
              <a:prstGeom prst="roundRect">
                <a:avLst>
                  <a:gd fmla="val 3114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481" name="Google Shape;1481;p25"/>
              <p:cNvGrpSpPr/>
              <p:nvPr/>
            </p:nvGrpSpPr>
            <p:grpSpPr>
              <a:xfrm>
                <a:off x="201900" y="202050"/>
                <a:ext cx="7622100" cy="4739400"/>
                <a:chOff x="201900" y="202050"/>
                <a:chExt cx="7622100" cy="4739400"/>
              </a:xfrm>
            </p:grpSpPr>
            <p:sp>
              <p:nvSpPr>
                <p:cNvPr id="1482" name="Google Shape;1482;p25"/>
                <p:cNvSpPr/>
                <p:nvPr/>
              </p:nvSpPr>
              <p:spPr>
                <a:xfrm>
                  <a:off x="201900" y="202050"/>
                  <a:ext cx="7622100" cy="4739400"/>
                </a:xfrm>
                <a:prstGeom prst="roundRect">
                  <a:avLst>
                    <a:gd fmla="val 2399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3" name="Google Shape;1483;p25"/>
                <p:cNvSpPr/>
                <p:nvPr/>
              </p:nvSpPr>
              <p:spPr>
                <a:xfrm>
                  <a:off x="303000" y="302550"/>
                  <a:ext cx="7419900" cy="4538400"/>
                </a:xfrm>
                <a:prstGeom prst="roundRect">
                  <a:avLst>
                    <a:gd fmla="val 1202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4" name="Google Shape;1484;p25"/>
                <p:cNvSpPr/>
                <p:nvPr/>
              </p:nvSpPr>
              <p:spPr>
                <a:xfrm>
                  <a:off x="403500" y="403050"/>
                  <a:ext cx="7218900" cy="4337400"/>
                </a:xfrm>
                <a:prstGeom prst="roundRect">
                  <a:avLst>
                    <a:gd fmla="val 1202" name="adj"/>
                  </a:avLst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5" name="Google Shape;1485;p25"/>
                <p:cNvSpPr/>
                <p:nvPr/>
              </p:nvSpPr>
              <p:spPr>
                <a:xfrm>
                  <a:off x="403500" y="403050"/>
                  <a:ext cx="7218900" cy="100500"/>
                </a:xfrm>
                <a:prstGeom prst="round2SameRect">
                  <a:avLst>
                    <a:gd fmla="val 50000" name="adj1"/>
                    <a:gd fmla="val 0" name="adj2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486" name="Google Shape;1486;p25"/>
            <p:cNvGrpSpPr/>
            <p:nvPr/>
          </p:nvGrpSpPr>
          <p:grpSpPr>
            <a:xfrm>
              <a:off x="8068746" y="-22387"/>
              <a:ext cx="1107271" cy="5188274"/>
              <a:chOff x="8068746" y="-22387"/>
              <a:chExt cx="1107271" cy="5188274"/>
            </a:xfrm>
          </p:grpSpPr>
          <p:grpSp>
            <p:nvGrpSpPr>
              <p:cNvPr id="1487" name="Google Shape;1487;p25"/>
              <p:cNvGrpSpPr/>
              <p:nvPr/>
            </p:nvGrpSpPr>
            <p:grpSpPr>
              <a:xfrm>
                <a:off x="8068746" y="-22387"/>
                <a:ext cx="1107271" cy="5188274"/>
                <a:chOff x="8068746" y="-22387"/>
                <a:chExt cx="1107271" cy="5188274"/>
              </a:xfrm>
            </p:grpSpPr>
            <p:grpSp>
              <p:nvGrpSpPr>
                <p:cNvPr id="1488" name="Google Shape;1488;p25"/>
                <p:cNvGrpSpPr/>
                <p:nvPr/>
              </p:nvGrpSpPr>
              <p:grpSpPr>
                <a:xfrm>
                  <a:off x="8467466" y="-22387"/>
                  <a:ext cx="708551" cy="5188274"/>
                  <a:chOff x="8467466" y="-22387"/>
                  <a:chExt cx="708551" cy="5188274"/>
                </a:xfrm>
              </p:grpSpPr>
              <p:grpSp>
                <p:nvGrpSpPr>
                  <p:cNvPr id="1489" name="Google Shape;1489;p25"/>
                  <p:cNvGrpSpPr/>
                  <p:nvPr/>
                </p:nvGrpSpPr>
                <p:grpSpPr>
                  <a:xfrm rot="10800000">
                    <a:off x="8467466" y="-22387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1490" name="Google Shape;1490;p25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91" name="Google Shape;1491;p25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92" name="Google Shape;1492;p25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93" name="Google Shape;1493;p25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94" name="Google Shape;1494;p25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95" name="Google Shape;1495;p25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96" name="Google Shape;1496;p25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97" name="Google Shape;1497;p25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98" name="Google Shape;1498;p25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99" name="Google Shape;1499;p25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00" name="Google Shape;1500;p25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01" name="Google Shape;1501;p25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02" name="Google Shape;1502;p25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grpSp>
                <p:nvGrpSpPr>
                  <p:cNvPr id="1503" name="Google Shape;1503;p25"/>
                  <p:cNvGrpSpPr/>
                  <p:nvPr/>
                </p:nvGrpSpPr>
                <p:grpSpPr>
                  <a:xfrm flipH="1">
                    <a:off x="8467466" y="3748199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1504" name="Google Shape;1504;p25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rect b="b" l="l" r="r" t="t"/>
                      <a:pathLst>
                        <a:path extrusionOk="0" h="26617" w="13303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05" name="Google Shape;1505;p25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06" name="Google Shape;1506;p25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07" name="Google Shape;1507;p25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08" name="Google Shape;1508;p25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rect b="b" l="l" r="r" t="t"/>
                      <a:pathLst>
                        <a:path extrusionOk="0" h="290" w="6267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09" name="Google Shape;1509;p25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rect b="b" l="l" r="r" t="t"/>
                      <a:pathLst>
                        <a:path extrusionOk="0" h="279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10" name="Google Shape;1510;p25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11" name="Google Shape;1511;p25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12" name="Google Shape;1512;p25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rect b="b" l="l" r="r" t="t"/>
                      <a:pathLst>
                        <a:path extrusionOk="0" h="278" w="6267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13" name="Google Shape;1513;p25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14" name="Google Shape;1514;p25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15" name="Google Shape;1515;p25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16" name="Google Shape;1516;p25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rect b="b" l="l" r="r" t="t"/>
                      <a:pathLst>
                        <a:path extrusionOk="0" h="1206" w="1218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1517" name="Google Shape;1517;p25"/>
                <p:cNvGrpSpPr/>
                <p:nvPr/>
              </p:nvGrpSpPr>
              <p:grpSpPr>
                <a:xfrm>
                  <a:off x="8068746" y="422958"/>
                  <a:ext cx="521992" cy="776192"/>
                  <a:chOff x="4131100" y="2430800"/>
                  <a:chExt cx="300930" cy="257871"/>
                </a:xfrm>
              </p:grpSpPr>
              <p:sp>
                <p:nvSpPr>
                  <p:cNvPr id="1518" name="Google Shape;1518;p25"/>
                  <p:cNvSpPr/>
                  <p:nvPr/>
                </p:nvSpPr>
                <p:spPr>
                  <a:xfrm>
                    <a:off x="4131100" y="243080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19" name="Google Shape;1519;p25"/>
                  <p:cNvSpPr/>
                  <p:nvPr/>
                </p:nvSpPr>
                <p:spPr>
                  <a:xfrm>
                    <a:off x="4131100" y="24594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20" name="Google Shape;1520;p25"/>
                  <p:cNvSpPr/>
                  <p:nvPr/>
                </p:nvSpPr>
                <p:spPr>
                  <a:xfrm>
                    <a:off x="4131100" y="2488025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21" name="Google Shape;1521;p25"/>
                  <p:cNvSpPr/>
                  <p:nvPr/>
                </p:nvSpPr>
                <p:spPr>
                  <a:xfrm>
                    <a:off x="4131100" y="25166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22" name="Google Shape;1522;p25"/>
                  <p:cNvSpPr/>
                  <p:nvPr/>
                </p:nvSpPr>
                <p:spPr>
                  <a:xfrm>
                    <a:off x="4131100" y="2545250"/>
                    <a:ext cx="146400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23" name="Google Shape;1523;p25"/>
                  <p:cNvSpPr/>
                  <p:nvPr/>
                </p:nvSpPr>
                <p:spPr>
                  <a:xfrm>
                    <a:off x="4131104" y="2574178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24" name="Google Shape;1524;p25"/>
                  <p:cNvSpPr/>
                  <p:nvPr/>
                </p:nvSpPr>
                <p:spPr>
                  <a:xfrm>
                    <a:off x="4131104" y="2602801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25" name="Google Shape;1525;p25"/>
                  <p:cNvSpPr/>
                  <p:nvPr/>
                </p:nvSpPr>
                <p:spPr>
                  <a:xfrm>
                    <a:off x="4131104" y="2631399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26" name="Google Shape;1526;p25"/>
                  <p:cNvSpPr/>
                  <p:nvPr/>
                </p:nvSpPr>
                <p:spPr>
                  <a:xfrm>
                    <a:off x="4131104" y="2660023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27" name="Google Shape;1527;p25"/>
                  <p:cNvSpPr/>
                  <p:nvPr/>
                </p:nvSpPr>
                <p:spPr>
                  <a:xfrm>
                    <a:off x="4131104" y="2688646"/>
                    <a:ext cx="300925" cy="25"/>
                  </a:xfrm>
                  <a:custGeom>
                    <a:rect b="b" l="l" r="r" t="t"/>
                    <a:pathLst>
                      <a:path extrusionOk="0" fill="none" h="1" w="5856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cap="rnd" cmpd="sng" w="19050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1528" name="Google Shape;1528;p25"/>
              <p:cNvGrpSpPr/>
              <p:nvPr/>
            </p:nvGrpSpPr>
            <p:grpSpPr>
              <a:xfrm>
                <a:off x="8068746" y="3944350"/>
                <a:ext cx="522018" cy="776192"/>
                <a:chOff x="4131100" y="2430804"/>
                <a:chExt cx="300944" cy="257871"/>
              </a:xfrm>
            </p:grpSpPr>
            <p:sp>
              <p:nvSpPr>
                <p:cNvPr id="1529" name="Google Shape;1529;p25"/>
                <p:cNvSpPr/>
                <p:nvPr/>
              </p:nvSpPr>
              <p:spPr>
                <a:xfrm>
                  <a:off x="4131104" y="2430804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0" name="Google Shape;1530;p25"/>
                <p:cNvSpPr/>
                <p:nvPr/>
              </p:nvSpPr>
              <p:spPr>
                <a:xfrm>
                  <a:off x="4131104" y="245942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1" name="Google Shape;1531;p25"/>
                <p:cNvSpPr/>
                <p:nvPr/>
              </p:nvSpPr>
              <p:spPr>
                <a:xfrm>
                  <a:off x="4131104" y="2488026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2" name="Google Shape;1532;p25"/>
                <p:cNvSpPr/>
                <p:nvPr/>
              </p:nvSpPr>
              <p:spPr>
                <a:xfrm>
                  <a:off x="4131104" y="2516649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3" name="Google Shape;1533;p25"/>
                <p:cNvSpPr/>
                <p:nvPr/>
              </p:nvSpPr>
              <p:spPr>
                <a:xfrm>
                  <a:off x="4131104" y="2545247"/>
                  <a:ext cx="30094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4" name="Google Shape;1534;p25"/>
                <p:cNvSpPr/>
                <p:nvPr/>
              </p:nvSpPr>
              <p:spPr>
                <a:xfrm>
                  <a:off x="4131100" y="257417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5" name="Google Shape;1535;p25"/>
                <p:cNvSpPr/>
                <p:nvPr/>
              </p:nvSpPr>
              <p:spPr>
                <a:xfrm>
                  <a:off x="4131100" y="26028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6" name="Google Shape;1536;p25"/>
                <p:cNvSpPr/>
                <p:nvPr/>
              </p:nvSpPr>
              <p:spPr>
                <a:xfrm>
                  <a:off x="4131100" y="26314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7" name="Google Shape;1537;p25"/>
                <p:cNvSpPr/>
                <p:nvPr/>
              </p:nvSpPr>
              <p:spPr>
                <a:xfrm>
                  <a:off x="4131100" y="266002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8" name="Google Shape;1538;p25"/>
                <p:cNvSpPr/>
                <p:nvPr/>
              </p:nvSpPr>
              <p:spPr>
                <a:xfrm>
                  <a:off x="4131100" y="268865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539" name="Google Shape;1539;p25"/>
          <p:cNvGrpSpPr/>
          <p:nvPr/>
        </p:nvGrpSpPr>
        <p:grpSpPr>
          <a:xfrm>
            <a:off x="8280450" y="1473987"/>
            <a:ext cx="406500" cy="322800"/>
            <a:chOff x="8280450" y="1473987"/>
            <a:chExt cx="406500" cy="322800"/>
          </a:xfrm>
        </p:grpSpPr>
        <p:sp>
          <p:nvSpPr>
            <p:cNvPr id="1540" name="Google Shape;1540;p25">
              <a:hlinkClick action="ppaction://hlinksldjump" r:id="rId2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25">
              <a:hlinkClick action="ppaction://hlinksldjump" r:id="rId3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25">
              <a:hlinkClick action="ppaction://hlinksldjump" r:id="rId4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25">
              <a:hlinkClick action="ppaction://hlinksldjump" r:id="rId5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4" name="Google Shape;1544;p25"/>
          <p:cNvGrpSpPr/>
          <p:nvPr/>
        </p:nvGrpSpPr>
        <p:grpSpPr>
          <a:xfrm>
            <a:off x="8280450" y="3346713"/>
            <a:ext cx="406500" cy="322800"/>
            <a:chOff x="8280450" y="1473987"/>
            <a:chExt cx="406500" cy="322800"/>
          </a:xfrm>
        </p:grpSpPr>
        <p:sp>
          <p:nvSpPr>
            <p:cNvPr id="1545" name="Google Shape;1545;p25">
              <a:hlinkClick action="ppaction://hlinksldjump" r:id="rId6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25">
              <a:hlinkClick action="ppaction://hlinksldjump" r:id="rId7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25">
              <a:hlinkClick action="ppaction://hlinksldjump" r:id="rId8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25">
              <a:hlinkClick action="ppaction://hlinksldjump" r:id="rId9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9" name="Google Shape;1549;p25"/>
          <p:cNvGrpSpPr/>
          <p:nvPr/>
        </p:nvGrpSpPr>
        <p:grpSpPr>
          <a:xfrm>
            <a:off x="8065601" y="2153651"/>
            <a:ext cx="836197" cy="836197"/>
            <a:chOff x="8065601" y="2153651"/>
            <a:chExt cx="836197" cy="836197"/>
          </a:xfrm>
        </p:grpSpPr>
        <p:grpSp>
          <p:nvGrpSpPr>
            <p:cNvPr id="1550" name="Google Shape;1550;p25"/>
            <p:cNvGrpSpPr/>
            <p:nvPr/>
          </p:nvGrpSpPr>
          <p:grpSpPr>
            <a:xfrm>
              <a:off x="8065601" y="2153651"/>
              <a:ext cx="836197" cy="836197"/>
              <a:chOff x="1956755" y="2080370"/>
              <a:chExt cx="724106" cy="724106"/>
            </a:xfrm>
          </p:grpSpPr>
          <p:sp>
            <p:nvSpPr>
              <p:cNvPr id="1551" name="Google Shape;1551;p25"/>
              <p:cNvSpPr/>
              <p:nvPr/>
            </p:nvSpPr>
            <p:spPr>
              <a:xfrm>
                <a:off x="2118414" y="2080370"/>
                <a:ext cx="400804" cy="724106"/>
              </a:xfrm>
              <a:custGeom>
                <a:rect b="b" l="l" r="r" t="t"/>
                <a:pathLst>
                  <a:path extrusionOk="0" h="6326" w="2929">
                    <a:moveTo>
                      <a:pt x="1" y="0"/>
                    </a:moveTo>
                    <a:lnTo>
                      <a:pt x="133" y="3157"/>
                    </a:lnTo>
                    <a:lnTo>
                      <a:pt x="1" y="6326"/>
                    </a:lnTo>
                    <a:lnTo>
                      <a:pt x="2929" y="6326"/>
                    </a:lnTo>
                    <a:lnTo>
                      <a:pt x="2796" y="3157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2" name="Google Shape;1552;p25"/>
              <p:cNvSpPr/>
              <p:nvPr/>
            </p:nvSpPr>
            <p:spPr>
              <a:xfrm>
                <a:off x="1956755" y="2240509"/>
                <a:ext cx="724106" cy="403829"/>
              </a:xfrm>
              <a:custGeom>
                <a:rect b="b" l="l" r="r" t="t"/>
                <a:pathLst>
                  <a:path extrusionOk="0" h="2929" w="6326">
                    <a:moveTo>
                      <a:pt x="0" y="1"/>
                    </a:moveTo>
                    <a:lnTo>
                      <a:pt x="0" y="2929"/>
                    </a:lnTo>
                    <a:lnTo>
                      <a:pt x="3157" y="2796"/>
                    </a:lnTo>
                    <a:lnTo>
                      <a:pt x="6326" y="2929"/>
                    </a:lnTo>
                    <a:lnTo>
                      <a:pt x="6326" y="1"/>
                    </a:lnTo>
                    <a:lnTo>
                      <a:pt x="3157" y="1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53" name="Google Shape;1553;p25"/>
            <p:cNvSpPr/>
            <p:nvPr/>
          </p:nvSpPr>
          <p:spPr>
            <a:xfrm>
              <a:off x="8316010" y="2209691"/>
              <a:ext cx="335268" cy="724106"/>
            </a:xfrm>
            <a:custGeom>
              <a:rect b="b" l="l" r="r" t="t"/>
              <a:pathLst>
                <a:path extrusionOk="0" h="6326" w="2929">
                  <a:moveTo>
                    <a:pt x="1" y="0"/>
                  </a:moveTo>
                  <a:lnTo>
                    <a:pt x="133" y="3157"/>
                  </a:lnTo>
                  <a:lnTo>
                    <a:pt x="1" y="6326"/>
                  </a:lnTo>
                  <a:lnTo>
                    <a:pt x="2929" y="6326"/>
                  </a:lnTo>
                  <a:lnTo>
                    <a:pt x="2796" y="3157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25"/>
            <p:cNvSpPr/>
            <p:nvPr/>
          </p:nvSpPr>
          <p:spPr>
            <a:xfrm>
              <a:off x="8121649" y="2404052"/>
              <a:ext cx="724106" cy="335268"/>
            </a:xfrm>
            <a:custGeom>
              <a:rect b="b" l="l" r="r" t="t"/>
              <a:pathLst>
                <a:path extrusionOk="0" h="2929" w="6326">
                  <a:moveTo>
                    <a:pt x="0" y="1"/>
                  </a:moveTo>
                  <a:lnTo>
                    <a:pt x="0" y="2929"/>
                  </a:lnTo>
                  <a:lnTo>
                    <a:pt x="3157" y="2796"/>
                  </a:lnTo>
                  <a:lnTo>
                    <a:pt x="6326" y="2929"/>
                  </a:lnTo>
                  <a:lnTo>
                    <a:pt x="6326" y="1"/>
                  </a:lnTo>
                  <a:lnTo>
                    <a:pt x="3157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25">
              <a:hlinkClick action="ppaction://hlinkshowjump?jump=nextslide"/>
            </p:cNvPr>
            <p:cNvSpPr/>
            <p:nvPr/>
          </p:nvSpPr>
          <p:spPr>
            <a:xfrm>
              <a:off x="8700842" y="2499287"/>
              <a:ext cx="91114" cy="133924"/>
            </a:xfrm>
            <a:custGeom>
              <a:rect b="b" l="l" r="r" t="t"/>
              <a:pathLst>
                <a:path extrusionOk="0" h="1170" w="796">
                  <a:moveTo>
                    <a:pt x="1" y="0"/>
                  </a:moveTo>
                  <a:lnTo>
                    <a:pt x="1" y="1169"/>
                  </a:lnTo>
                  <a:lnTo>
                    <a:pt x="796" y="5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25">
              <a:hlinkClick action="ppaction://hlinkshowjump?jump=previousslide"/>
            </p:cNvPr>
            <p:cNvSpPr/>
            <p:nvPr/>
          </p:nvSpPr>
          <p:spPr>
            <a:xfrm>
              <a:off x="8179568" y="2499287"/>
              <a:ext cx="92488" cy="133924"/>
            </a:xfrm>
            <a:custGeom>
              <a:rect b="b" l="l" r="r" t="t"/>
              <a:pathLst>
                <a:path extrusionOk="0" h="1170" w="808">
                  <a:moveTo>
                    <a:pt x="807" y="0"/>
                  </a:moveTo>
                  <a:lnTo>
                    <a:pt x="0" y="579"/>
                  </a:lnTo>
                  <a:lnTo>
                    <a:pt x="807" y="1169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25"/>
            <p:cNvSpPr/>
            <p:nvPr/>
          </p:nvSpPr>
          <p:spPr>
            <a:xfrm>
              <a:off x="8416749" y="2504724"/>
              <a:ext cx="133904" cy="133925"/>
            </a:xfrm>
            <a:custGeom>
              <a:rect b="b" l="l" r="r" t="t"/>
              <a:pathLst>
                <a:path extrusionOk="0" h="1375" w="1375">
                  <a:moveTo>
                    <a:pt x="688" y="1"/>
                  </a:moveTo>
                  <a:cubicBezTo>
                    <a:pt x="314" y="1"/>
                    <a:pt x="1" y="314"/>
                    <a:pt x="1" y="688"/>
                  </a:cubicBezTo>
                  <a:cubicBezTo>
                    <a:pt x="1" y="1073"/>
                    <a:pt x="314" y="1374"/>
                    <a:pt x="688" y="1374"/>
                  </a:cubicBezTo>
                  <a:cubicBezTo>
                    <a:pt x="1073" y="1374"/>
                    <a:pt x="1374" y="1073"/>
                    <a:pt x="1374" y="688"/>
                  </a:cubicBezTo>
                  <a:cubicBezTo>
                    <a:pt x="1374" y="314"/>
                    <a:pt x="1073" y="1"/>
                    <a:pt x="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58" name="Google Shape;1558;p25"/>
            <p:cNvGrpSpPr/>
            <p:nvPr/>
          </p:nvGrpSpPr>
          <p:grpSpPr>
            <a:xfrm>
              <a:off x="8411245" y="2263375"/>
              <a:ext cx="133810" cy="611129"/>
              <a:chOff x="2246360" y="2134049"/>
              <a:chExt cx="133810" cy="611129"/>
            </a:xfrm>
          </p:grpSpPr>
          <p:sp>
            <p:nvSpPr>
              <p:cNvPr id="1559" name="Google Shape;1559;p25"/>
              <p:cNvSpPr/>
              <p:nvPr/>
            </p:nvSpPr>
            <p:spPr>
              <a:xfrm>
                <a:off x="2246360" y="2134049"/>
                <a:ext cx="133810" cy="91229"/>
              </a:xfrm>
              <a:custGeom>
                <a:rect b="b" l="l" r="r" t="t"/>
                <a:pathLst>
                  <a:path extrusionOk="0" h="797" w="1169">
                    <a:moveTo>
                      <a:pt x="579" y="1"/>
                    </a:moveTo>
                    <a:lnTo>
                      <a:pt x="0" y="796"/>
                    </a:lnTo>
                    <a:lnTo>
                      <a:pt x="1169" y="796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25"/>
              <p:cNvSpPr/>
              <p:nvPr/>
            </p:nvSpPr>
            <p:spPr>
              <a:xfrm>
                <a:off x="2246360" y="2654063"/>
                <a:ext cx="133810" cy="91114"/>
              </a:xfrm>
              <a:custGeom>
                <a:rect b="b" l="l" r="r" t="t"/>
                <a:pathLst>
                  <a:path extrusionOk="0" h="796" w="1169">
                    <a:moveTo>
                      <a:pt x="0" y="0"/>
                    </a:moveTo>
                    <a:lnTo>
                      <a:pt x="579" y="796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5"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2" name="Google Shape;1562;p26"/>
          <p:cNvGrpSpPr/>
          <p:nvPr/>
        </p:nvGrpSpPr>
        <p:grpSpPr>
          <a:xfrm>
            <a:off x="8068746" y="-22387"/>
            <a:ext cx="1107271" cy="5188274"/>
            <a:chOff x="8068746" y="-22387"/>
            <a:chExt cx="1107271" cy="5188274"/>
          </a:xfrm>
        </p:grpSpPr>
        <p:grpSp>
          <p:nvGrpSpPr>
            <p:cNvPr id="1563" name="Google Shape;1563;p26"/>
            <p:cNvGrpSpPr/>
            <p:nvPr/>
          </p:nvGrpSpPr>
          <p:grpSpPr>
            <a:xfrm>
              <a:off x="8068746" y="-22387"/>
              <a:ext cx="1107271" cy="5188274"/>
              <a:chOff x="8068746" y="-22387"/>
              <a:chExt cx="1107271" cy="5188274"/>
            </a:xfrm>
          </p:grpSpPr>
          <p:grpSp>
            <p:nvGrpSpPr>
              <p:cNvPr id="1564" name="Google Shape;1564;p26"/>
              <p:cNvGrpSpPr/>
              <p:nvPr/>
            </p:nvGrpSpPr>
            <p:grpSpPr>
              <a:xfrm>
                <a:off x="8467466" y="-22387"/>
                <a:ext cx="708551" cy="5188274"/>
                <a:chOff x="8467466" y="-22387"/>
                <a:chExt cx="708551" cy="5188274"/>
              </a:xfrm>
            </p:grpSpPr>
            <p:grpSp>
              <p:nvGrpSpPr>
                <p:cNvPr id="1565" name="Google Shape;1565;p26"/>
                <p:cNvGrpSpPr/>
                <p:nvPr/>
              </p:nvGrpSpPr>
              <p:grpSpPr>
                <a:xfrm rot="10800000">
                  <a:off x="8467466" y="-22387"/>
                  <a:ext cx="708551" cy="1417688"/>
                  <a:chOff x="2132338" y="1275925"/>
                  <a:chExt cx="332575" cy="665425"/>
                </a:xfrm>
              </p:grpSpPr>
              <p:sp>
                <p:nvSpPr>
                  <p:cNvPr id="1566" name="Google Shape;1566;p26"/>
                  <p:cNvSpPr/>
                  <p:nvPr/>
                </p:nvSpPr>
                <p:spPr>
                  <a:xfrm>
                    <a:off x="2132338" y="1275925"/>
                    <a:ext cx="332575" cy="665425"/>
                  </a:xfrm>
                  <a:custGeom>
                    <a:rect b="b" l="l" r="r" t="t"/>
                    <a:pathLst>
                      <a:path extrusionOk="0" h="26617" w="13303">
                        <a:moveTo>
                          <a:pt x="1" y="0"/>
                        </a:moveTo>
                        <a:lnTo>
                          <a:pt x="1" y="26616"/>
                        </a:lnTo>
                        <a:lnTo>
                          <a:pt x="13302" y="26616"/>
                        </a:lnTo>
                        <a:lnTo>
                          <a:pt x="13302" y="17122"/>
                        </a:lnTo>
                        <a:cubicBezTo>
                          <a:pt x="13302" y="15013"/>
                          <a:pt x="11592" y="13314"/>
                          <a:pt x="9495" y="13314"/>
                        </a:cubicBezTo>
                        <a:cubicBezTo>
                          <a:pt x="7387" y="13314"/>
                          <a:pt x="5688" y="11603"/>
                          <a:pt x="5688" y="9507"/>
                        </a:cubicBezTo>
                        <a:lnTo>
                          <a:pt x="5688" y="3808"/>
                        </a:lnTo>
                        <a:cubicBezTo>
                          <a:pt x="5688" y="1711"/>
                          <a:pt x="3989" y="0"/>
                          <a:pt x="1880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cap="flat" cmpd="sng" w="9525">
                    <a:solidFill>
                      <a:schemeClr val="accent3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67" name="Google Shape;1567;p26"/>
                  <p:cNvSpPr/>
                  <p:nvPr/>
                </p:nvSpPr>
                <p:spPr>
                  <a:xfrm>
                    <a:off x="2196188" y="1671425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7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7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68" name="Google Shape;1568;p26"/>
                  <p:cNvSpPr/>
                  <p:nvPr/>
                </p:nvSpPr>
                <p:spPr>
                  <a:xfrm>
                    <a:off x="2196188" y="1700050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0"/>
                        </a:moveTo>
                        <a:cubicBezTo>
                          <a:pt x="61" y="0"/>
                          <a:pt x="1" y="60"/>
                          <a:pt x="1" y="133"/>
                        </a:cubicBezTo>
                        <a:cubicBezTo>
                          <a:pt x="1" y="217"/>
                          <a:pt x="61" y="277"/>
                          <a:pt x="146" y="277"/>
                        </a:cubicBezTo>
                        <a:lnTo>
                          <a:pt x="6122" y="277"/>
                        </a:lnTo>
                        <a:cubicBezTo>
                          <a:pt x="6194" y="277"/>
                          <a:pt x="6266" y="217"/>
                          <a:pt x="6266" y="133"/>
                        </a:cubicBezTo>
                        <a:cubicBezTo>
                          <a:pt x="6266" y="60"/>
                          <a:pt x="6194" y="0"/>
                          <a:pt x="612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69" name="Google Shape;1569;p26"/>
                  <p:cNvSpPr/>
                  <p:nvPr/>
                </p:nvSpPr>
                <p:spPr>
                  <a:xfrm>
                    <a:off x="2196188" y="1728350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8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8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70" name="Google Shape;1570;p26"/>
                  <p:cNvSpPr/>
                  <p:nvPr/>
                </p:nvSpPr>
                <p:spPr>
                  <a:xfrm>
                    <a:off x="2196188" y="1756675"/>
                    <a:ext cx="156675" cy="7250"/>
                  </a:xfrm>
                  <a:custGeom>
                    <a:rect b="b" l="l" r="r" t="t"/>
                    <a:pathLst>
                      <a:path extrusionOk="0" h="290" w="6267">
                        <a:moveTo>
                          <a:pt x="146" y="0"/>
                        </a:moveTo>
                        <a:cubicBezTo>
                          <a:pt x="61" y="0"/>
                          <a:pt x="1" y="73"/>
                          <a:pt x="1" y="145"/>
                        </a:cubicBezTo>
                        <a:cubicBezTo>
                          <a:pt x="1" y="217"/>
                          <a:pt x="61" y="289"/>
                          <a:pt x="146" y="289"/>
                        </a:cubicBezTo>
                        <a:lnTo>
                          <a:pt x="6122" y="289"/>
                        </a:lnTo>
                        <a:cubicBezTo>
                          <a:pt x="6194" y="289"/>
                          <a:pt x="6266" y="217"/>
                          <a:pt x="6266" y="145"/>
                        </a:cubicBezTo>
                        <a:cubicBezTo>
                          <a:pt x="6266" y="73"/>
                          <a:pt x="6194" y="0"/>
                          <a:pt x="612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71" name="Google Shape;1571;p26"/>
                  <p:cNvSpPr/>
                  <p:nvPr/>
                </p:nvSpPr>
                <p:spPr>
                  <a:xfrm>
                    <a:off x="2196188" y="1785275"/>
                    <a:ext cx="156675" cy="6975"/>
                  </a:xfrm>
                  <a:custGeom>
                    <a:rect b="b" l="l" r="r" t="t"/>
                    <a:pathLst>
                      <a:path extrusionOk="0" h="279" w="6267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33"/>
                        </a:cubicBezTo>
                        <a:cubicBezTo>
                          <a:pt x="1" y="218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8"/>
                          <a:pt x="6266" y="133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72" name="Google Shape;1572;p26"/>
                  <p:cNvSpPr/>
                  <p:nvPr/>
                </p:nvSpPr>
                <p:spPr>
                  <a:xfrm>
                    <a:off x="2196188" y="1813600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7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7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73" name="Google Shape;1573;p26"/>
                  <p:cNvSpPr/>
                  <p:nvPr/>
                </p:nvSpPr>
                <p:spPr>
                  <a:xfrm>
                    <a:off x="2196188" y="1842225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0"/>
                        </a:moveTo>
                        <a:cubicBezTo>
                          <a:pt x="61" y="0"/>
                          <a:pt x="1" y="60"/>
                          <a:pt x="1" y="133"/>
                        </a:cubicBezTo>
                        <a:cubicBezTo>
                          <a:pt x="1" y="217"/>
                          <a:pt x="61" y="277"/>
                          <a:pt x="146" y="277"/>
                        </a:cubicBezTo>
                        <a:lnTo>
                          <a:pt x="6122" y="277"/>
                        </a:lnTo>
                        <a:cubicBezTo>
                          <a:pt x="6194" y="277"/>
                          <a:pt x="6266" y="217"/>
                          <a:pt x="6266" y="133"/>
                        </a:cubicBezTo>
                        <a:cubicBezTo>
                          <a:pt x="6266" y="60"/>
                          <a:pt x="6194" y="0"/>
                          <a:pt x="612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74" name="Google Shape;1574;p26"/>
                  <p:cNvSpPr/>
                  <p:nvPr/>
                </p:nvSpPr>
                <p:spPr>
                  <a:xfrm>
                    <a:off x="2196188" y="1870525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8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8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75" name="Google Shape;1575;p26"/>
                  <p:cNvSpPr/>
                  <p:nvPr/>
                </p:nvSpPr>
                <p:spPr>
                  <a:xfrm>
                    <a:off x="2193844" y="1343400"/>
                    <a:ext cx="30450" cy="30150"/>
                  </a:xfrm>
                  <a:custGeom>
                    <a:rect b="b" l="l" r="r" t="t"/>
                    <a:pathLst>
                      <a:path extrusionOk="0" h="1206" w="1218">
                        <a:moveTo>
                          <a:pt x="603" y="0"/>
                        </a:moveTo>
                        <a:cubicBezTo>
                          <a:pt x="278" y="0"/>
                          <a:pt x="1" y="265"/>
                          <a:pt x="1" y="603"/>
                        </a:cubicBezTo>
                        <a:cubicBezTo>
                          <a:pt x="1" y="940"/>
                          <a:pt x="278" y="1205"/>
                          <a:pt x="603" y="1205"/>
                        </a:cubicBezTo>
                        <a:cubicBezTo>
                          <a:pt x="940" y="1205"/>
                          <a:pt x="1218" y="940"/>
                          <a:pt x="1218" y="603"/>
                        </a:cubicBezTo>
                        <a:cubicBezTo>
                          <a:pt x="1218" y="265"/>
                          <a:pt x="940" y="0"/>
                          <a:pt x="603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76" name="Google Shape;1576;p26"/>
                  <p:cNvSpPr/>
                  <p:nvPr/>
                </p:nvSpPr>
                <p:spPr>
                  <a:xfrm>
                    <a:off x="2193844" y="1412375"/>
                    <a:ext cx="30450" cy="30150"/>
                  </a:xfrm>
                  <a:custGeom>
                    <a:rect b="b" l="l" r="r" t="t"/>
                    <a:pathLst>
                      <a:path extrusionOk="0" h="1206" w="1218">
                        <a:moveTo>
                          <a:pt x="615" y="1"/>
                        </a:moveTo>
                        <a:cubicBezTo>
                          <a:pt x="278" y="1"/>
                          <a:pt x="1" y="278"/>
                          <a:pt x="1" y="603"/>
                        </a:cubicBezTo>
                        <a:cubicBezTo>
                          <a:pt x="1" y="940"/>
                          <a:pt x="278" y="1205"/>
                          <a:pt x="615" y="1205"/>
                        </a:cubicBezTo>
                        <a:cubicBezTo>
                          <a:pt x="940" y="1205"/>
                          <a:pt x="1218" y="940"/>
                          <a:pt x="1218" y="603"/>
                        </a:cubicBezTo>
                        <a:cubicBezTo>
                          <a:pt x="1218" y="278"/>
                          <a:pt x="940" y="1"/>
                          <a:pt x="61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77" name="Google Shape;1577;p26"/>
                  <p:cNvSpPr/>
                  <p:nvPr/>
                </p:nvSpPr>
                <p:spPr>
                  <a:xfrm>
                    <a:off x="2193844" y="1481350"/>
                    <a:ext cx="30450" cy="30150"/>
                  </a:xfrm>
                  <a:custGeom>
                    <a:rect b="b" l="l" r="r" t="t"/>
                    <a:pathLst>
                      <a:path extrusionOk="0" h="1206" w="1218">
                        <a:moveTo>
                          <a:pt x="603" y="1"/>
                        </a:moveTo>
                        <a:cubicBezTo>
                          <a:pt x="278" y="1"/>
                          <a:pt x="1" y="266"/>
                          <a:pt x="1" y="603"/>
                        </a:cubicBezTo>
                        <a:cubicBezTo>
                          <a:pt x="1" y="941"/>
                          <a:pt x="278" y="1206"/>
                          <a:pt x="603" y="1206"/>
                        </a:cubicBezTo>
                        <a:cubicBezTo>
                          <a:pt x="940" y="1206"/>
                          <a:pt x="1218" y="941"/>
                          <a:pt x="1218" y="603"/>
                        </a:cubicBezTo>
                        <a:cubicBezTo>
                          <a:pt x="1218" y="266"/>
                          <a:pt x="940" y="1"/>
                          <a:pt x="603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78" name="Google Shape;1578;p26"/>
                  <p:cNvSpPr/>
                  <p:nvPr/>
                </p:nvSpPr>
                <p:spPr>
                  <a:xfrm>
                    <a:off x="2193844" y="1550325"/>
                    <a:ext cx="30450" cy="30150"/>
                  </a:xfrm>
                  <a:custGeom>
                    <a:rect b="b" l="l" r="r" t="t"/>
                    <a:pathLst>
                      <a:path extrusionOk="0" h="1206" w="1218">
                        <a:moveTo>
                          <a:pt x="603" y="1"/>
                        </a:moveTo>
                        <a:cubicBezTo>
                          <a:pt x="278" y="1"/>
                          <a:pt x="1" y="278"/>
                          <a:pt x="1" y="603"/>
                        </a:cubicBezTo>
                        <a:cubicBezTo>
                          <a:pt x="1" y="941"/>
                          <a:pt x="278" y="1206"/>
                          <a:pt x="603" y="1206"/>
                        </a:cubicBezTo>
                        <a:cubicBezTo>
                          <a:pt x="940" y="1206"/>
                          <a:pt x="1218" y="941"/>
                          <a:pt x="1218" y="603"/>
                        </a:cubicBezTo>
                        <a:cubicBezTo>
                          <a:pt x="1218" y="278"/>
                          <a:pt x="940" y="1"/>
                          <a:pt x="603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579" name="Google Shape;1579;p26"/>
                <p:cNvGrpSpPr/>
                <p:nvPr/>
              </p:nvGrpSpPr>
              <p:grpSpPr>
                <a:xfrm flipH="1">
                  <a:off x="8467466" y="3748199"/>
                  <a:ext cx="708551" cy="1417688"/>
                  <a:chOff x="2132338" y="1275925"/>
                  <a:chExt cx="332575" cy="665425"/>
                </a:xfrm>
              </p:grpSpPr>
              <p:sp>
                <p:nvSpPr>
                  <p:cNvPr id="1580" name="Google Shape;1580;p26"/>
                  <p:cNvSpPr/>
                  <p:nvPr/>
                </p:nvSpPr>
                <p:spPr>
                  <a:xfrm>
                    <a:off x="2132338" y="1275925"/>
                    <a:ext cx="332575" cy="665425"/>
                  </a:xfrm>
                  <a:custGeom>
                    <a:rect b="b" l="l" r="r" t="t"/>
                    <a:pathLst>
                      <a:path extrusionOk="0" h="26617" w="13303">
                        <a:moveTo>
                          <a:pt x="1" y="0"/>
                        </a:moveTo>
                        <a:lnTo>
                          <a:pt x="1" y="26616"/>
                        </a:lnTo>
                        <a:lnTo>
                          <a:pt x="13302" y="26616"/>
                        </a:lnTo>
                        <a:lnTo>
                          <a:pt x="13302" y="17122"/>
                        </a:lnTo>
                        <a:cubicBezTo>
                          <a:pt x="13302" y="15013"/>
                          <a:pt x="11592" y="13314"/>
                          <a:pt x="9495" y="13314"/>
                        </a:cubicBezTo>
                        <a:cubicBezTo>
                          <a:pt x="7387" y="13314"/>
                          <a:pt x="5688" y="11603"/>
                          <a:pt x="5688" y="9507"/>
                        </a:cubicBezTo>
                        <a:lnTo>
                          <a:pt x="5688" y="3808"/>
                        </a:lnTo>
                        <a:cubicBezTo>
                          <a:pt x="5688" y="1711"/>
                          <a:pt x="3989" y="0"/>
                          <a:pt x="1880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cap="flat" cmpd="sng" w="9525">
                    <a:solidFill>
                      <a:schemeClr val="accent3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81" name="Google Shape;1581;p26"/>
                  <p:cNvSpPr/>
                  <p:nvPr/>
                </p:nvSpPr>
                <p:spPr>
                  <a:xfrm>
                    <a:off x="2196188" y="1671425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7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7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82" name="Google Shape;1582;p26"/>
                  <p:cNvSpPr/>
                  <p:nvPr/>
                </p:nvSpPr>
                <p:spPr>
                  <a:xfrm>
                    <a:off x="2196188" y="1700050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0"/>
                        </a:moveTo>
                        <a:cubicBezTo>
                          <a:pt x="61" y="0"/>
                          <a:pt x="1" y="60"/>
                          <a:pt x="1" y="133"/>
                        </a:cubicBezTo>
                        <a:cubicBezTo>
                          <a:pt x="1" y="217"/>
                          <a:pt x="61" y="277"/>
                          <a:pt x="146" y="277"/>
                        </a:cubicBezTo>
                        <a:lnTo>
                          <a:pt x="6122" y="277"/>
                        </a:lnTo>
                        <a:cubicBezTo>
                          <a:pt x="6194" y="277"/>
                          <a:pt x="6266" y="217"/>
                          <a:pt x="6266" y="133"/>
                        </a:cubicBezTo>
                        <a:cubicBezTo>
                          <a:pt x="6266" y="60"/>
                          <a:pt x="6194" y="0"/>
                          <a:pt x="612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83" name="Google Shape;1583;p26"/>
                  <p:cNvSpPr/>
                  <p:nvPr/>
                </p:nvSpPr>
                <p:spPr>
                  <a:xfrm>
                    <a:off x="2196188" y="1728350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8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8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84" name="Google Shape;1584;p26"/>
                  <p:cNvSpPr/>
                  <p:nvPr/>
                </p:nvSpPr>
                <p:spPr>
                  <a:xfrm>
                    <a:off x="2196188" y="1756675"/>
                    <a:ext cx="156675" cy="7250"/>
                  </a:xfrm>
                  <a:custGeom>
                    <a:rect b="b" l="l" r="r" t="t"/>
                    <a:pathLst>
                      <a:path extrusionOk="0" h="290" w="6267">
                        <a:moveTo>
                          <a:pt x="146" y="0"/>
                        </a:moveTo>
                        <a:cubicBezTo>
                          <a:pt x="61" y="0"/>
                          <a:pt x="1" y="73"/>
                          <a:pt x="1" y="145"/>
                        </a:cubicBezTo>
                        <a:cubicBezTo>
                          <a:pt x="1" y="217"/>
                          <a:pt x="61" y="289"/>
                          <a:pt x="146" y="289"/>
                        </a:cubicBezTo>
                        <a:lnTo>
                          <a:pt x="6122" y="289"/>
                        </a:lnTo>
                        <a:cubicBezTo>
                          <a:pt x="6194" y="289"/>
                          <a:pt x="6266" y="217"/>
                          <a:pt x="6266" y="145"/>
                        </a:cubicBezTo>
                        <a:cubicBezTo>
                          <a:pt x="6266" y="73"/>
                          <a:pt x="6194" y="0"/>
                          <a:pt x="612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85" name="Google Shape;1585;p26"/>
                  <p:cNvSpPr/>
                  <p:nvPr/>
                </p:nvSpPr>
                <p:spPr>
                  <a:xfrm>
                    <a:off x="2196188" y="1785275"/>
                    <a:ext cx="156675" cy="6975"/>
                  </a:xfrm>
                  <a:custGeom>
                    <a:rect b="b" l="l" r="r" t="t"/>
                    <a:pathLst>
                      <a:path extrusionOk="0" h="279" w="6267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33"/>
                        </a:cubicBezTo>
                        <a:cubicBezTo>
                          <a:pt x="1" y="218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8"/>
                          <a:pt x="6266" y="133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86" name="Google Shape;1586;p26"/>
                  <p:cNvSpPr/>
                  <p:nvPr/>
                </p:nvSpPr>
                <p:spPr>
                  <a:xfrm>
                    <a:off x="2196188" y="1813600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7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7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87" name="Google Shape;1587;p26"/>
                  <p:cNvSpPr/>
                  <p:nvPr/>
                </p:nvSpPr>
                <p:spPr>
                  <a:xfrm>
                    <a:off x="2196188" y="1842225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0"/>
                        </a:moveTo>
                        <a:cubicBezTo>
                          <a:pt x="61" y="0"/>
                          <a:pt x="1" y="60"/>
                          <a:pt x="1" y="133"/>
                        </a:cubicBezTo>
                        <a:cubicBezTo>
                          <a:pt x="1" y="217"/>
                          <a:pt x="61" y="277"/>
                          <a:pt x="146" y="277"/>
                        </a:cubicBezTo>
                        <a:lnTo>
                          <a:pt x="6122" y="277"/>
                        </a:lnTo>
                        <a:cubicBezTo>
                          <a:pt x="6194" y="277"/>
                          <a:pt x="6266" y="217"/>
                          <a:pt x="6266" y="133"/>
                        </a:cubicBezTo>
                        <a:cubicBezTo>
                          <a:pt x="6266" y="60"/>
                          <a:pt x="6194" y="0"/>
                          <a:pt x="612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88" name="Google Shape;1588;p26"/>
                  <p:cNvSpPr/>
                  <p:nvPr/>
                </p:nvSpPr>
                <p:spPr>
                  <a:xfrm>
                    <a:off x="2196188" y="1870525"/>
                    <a:ext cx="156675" cy="6950"/>
                  </a:xfrm>
                  <a:custGeom>
                    <a:rect b="b" l="l" r="r" t="t"/>
                    <a:pathLst>
                      <a:path extrusionOk="0" h="278" w="6267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8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8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89" name="Google Shape;1589;p26"/>
                  <p:cNvSpPr/>
                  <p:nvPr/>
                </p:nvSpPr>
                <p:spPr>
                  <a:xfrm>
                    <a:off x="2193844" y="1343400"/>
                    <a:ext cx="30450" cy="30150"/>
                  </a:xfrm>
                  <a:custGeom>
                    <a:rect b="b" l="l" r="r" t="t"/>
                    <a:pathLst>
                      <a:path extrusionOk="0" h="1206" w="1218">
                        <a:moveTo>
                          <a:pt x="603" y="0"/>
                        </a:moveTo>
                        <a:cubicBezTo>
                          <a:pt x="278" y="0"/>
                          <a:pt x="1" y="265"/>
                          <a:pt x="1" y="603"/>
                        </a:cubicBezTo>
                        <a:cubicBezTo>
                          <a:pt x="1" y="940"/>
                          <a:pt x="278" y="1205"/>
                          <a:pt x="603" y="1205"/>
                        </a:cubicBezTo>
                        <a:cubicBezTo>
                          <a:pt x="940" y="1205"/>
                          <a:pt x="1218" y="940"/>
                          <a:pt x="1218" y="603"/>
                        </a:cubicBezTo>
                        <a:cubicBezTo>
                          <a:pt x="1218" y="265"/>
                          <a:pt x="940" y="0"/>
                          <a:pt x="603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90" name="Google Shape;1590;p26"/>
                  <p:cNvSpPr/>
                  <p:nvPr/>
                </p:nvSpPr>
                <p:spPr>
                  <a:xfrm>
                    <a:off x="2193844" y="1412375"/>
                    <a:ext cx="30450" cy="30150"/>
                  </a:xfrm>
                  <a:custGeom>
                    <a:rect b="b" l="l" r="r" t="t"/>
                    <a:pathLst>
                      <a:path extrusionOk="0" h="1206" w="1218">
                        <a:moveTo>
                          <a:pt x="615" y="1"/>
                        </a:moveTo>
                        <a:cubicBezTo>
                          <a:pt x="278" y="1"/>
                          <a:pt x="1" y="278"/>
                          <a:pt x="1" y="603"/>
                        </a:cubicBezTo>
                        <a:cubicBezTo>
                          <a:pt x="1" y="940"/>
                          <a:pt x="278" y="1205"/>
                          <a:pt x="615" y="1205"/>
                        </a:cubicBezTo>
                        <a:cubicBezTo>
                          <a:pt x="940" y="1205"/>
                          <a:pt x="1218" y="940"/>
                          <a:pt x="1218" y="603"/>
                        </a:cubicBezTo>
                        <a:cubicBezTo>
                          <a:pt x="1218" y="278"/>
                          <a:pt x="940" y="1"/>
                          <a:pt x="61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91" name="Google Shape;1591;p26"/>
                  <p:cNvSpPr/>
                  <p:nvPr/>
                </p:nvSpPr>
                <p:spPr>
                  <a:xfrm>
                    <a:off x="2193844" y="1481350"/>
                    <a:ext cx="30450" cy="30150"/>
                  </a:xfrm>
                  <a:custGeom>
                    <a:rect b="b" l="l" r="r" t="t"/>
                    <a:pathLst>
                      <a:path extrusionOk="0" h="1206" w="1218">
                        <a:moveTo>
                          <a:pt x="603" y="1"/>
                        </a:moveTo>
                        <a:cubicBezTo>
                          <a:pt x="278" y="1"/>
                          <a:pt x="1" y="266"/>
                          <a:pt x="1" y="603"/>
                        </a:cubicBezTo>
                        <a:cubicBezTo>
                          <a:pt x="1" y="941"/>
                          <a:pt x="278" y="1206"/>
                          <a:pt x="603" y="1206"/>
                        </a:cubicBezTo>
                        <a:cubicBezTo>
                          <a:pt x="940" y="1206"/>
                          <a:pt x="1218" y="941"/>
                          <a:pt x="1218" y="603"/>
                        </a:cubicBezTo>
                        <a:cubicBezTo>
                          <a:pt x="1218" y="266"/>
                          <a:pt x="940" y="1"/>
                          <a:pt x="603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92" name="Google Shape;1592;p26"/>
                  <p:cNvSpPr/>
                  <p:nvPr/>
                </p:nvSpPr>
                <p:spPr>
                  <a:xfrm>
                    <a:off x="2193844" y="1550325"/>
                    <a:ext cx="30450" cy="30150"/>
                  </a:xfrm>
                  <a:custGeom>
                    <a:rect b="b" l="l" r="r" t="t"/>
                    <a:pathLst>
                      <a:path extrusionOk="0" h="1206" w="1218">
                        <a:moveTo>
                          <a:pt x="603" y="1"/>
                        </a:moveTo>
                        <a:cubicBezTo>
                          <a:pt x="278" y="1"/>
                          <a:pt x="1" y="278"/>
                          <a:pt x="1" y="603"/>
                        </a:cubicBezTo>
                        <a:cubicBezTo>
                          <a:pt x="1" y="941"/>
                          <a:pt x="278" y="1206"/>
                          <a:pt x="603" y="1206"/>
                        </a:cubicBezTo>
                        <a:cubicBezTo>
                          <a:pt x="940" y="1206"/>
                          <a:pt x="1218" y="941"/>
                          <a:pt x="1218" y="603"/>
                        </a:cubicBezTo>
                        <a:cubicBezTo>
                          <a:pt x="1218" y="278"/>
                          <a:pt x="940" y="1"/>
                          <a:pt x="603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1593" name="Google Shape;1593;p26"/>
              <p:cNvGrpSpPr/>
              <p:nvPr/>
            </p:nvGrpSpPr>
            <p:grpSpPr>
              <a:xfrm>
                <a:off x="8068746" y="422958"/>
                <a:ext cx="521992" cy="776192"/>
                <a:chOff x="4131100" y="2430800"/>
                <a:chExt cx="300930" cy="257871"/>
              </a:xfrm>
            </p:grpSpPr>
            <p:sp>
              <p:nvSpPr>
                <p:cNvPr id="1594" name="Google Shape;1594;p26"/>
                <p:cNvSpPr/>
                <p:nvPr/>
              </p:nvSpPr>
              <p:spPr>
                <a:xfrm>
                  <a:off x="4131100" y="243080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95" name="Google Shape;1595;p26"/>
                <p:cNvSpPr/>
                <p:nvPr/>
              </p:nvSpPr>
              <p:spPr>
                <a:xfrm>
                  <a:off x="4131100" y="245942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96" name="Google Shape;1596;p26"/>
                <p:cNvSpPr/>
                <p:nvPr/>
              </p:nvSpPr>
              <p:spPr>
                <a:xfrm>
                  <a:off x="4131100" y="2488025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97" name="Google Shape;1597;p26"/>
                <p:cNvSpPr/>
                <p:nvPr/>
              </p:nvSpPr>
              <p:spPr>
                <a:xfrm>
                  <a:off x="4131100" y="251665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98" name="Google Shape;1598;p26"/>
                <p:cNvSpPr/>
                <p:nvPr/>
              </p:nvSpPr>
              <p:spPr>
                <a:xfrm>
                  <a:off x="4131100" y="2545250"/>
                  <a:ext cx="146400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99" name="Google Shape;1599;p26"/>
                <p:cNvSpPr/>
                <p:nvPr/>
              </p:nvSpPr>
              <p:spPr>
                <a:xfrm>
                  <a:off x="4131104" y="2574178"/>
                  <a:ext cx="300925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00" name="Google Shape;1600;p26"/>
                <p:cNvSpPr/>
                <p:nvPr/>
              </p:nvSpPr>
              <p:spPr>
                <a:xfrm>
                  <a:off x="4131104" y="2602801"/>
                  <a:ext cx="300925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01" name="Google Shape;1601;p26"/>
                <p:cNvSpPr/>
                <p:nvPr/>
              </p:nvSpPr>
              <p:spPr>
                <a:xfrm>
                  <a:off x="4131104" y="2631399"/>
                  <a:ext cx="300925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02" name="Google Shape;1602;p26"/>
                <p:cNvSpPr/>
                <p:nvPr/>
              </p:nvSpPr>
              <p:spPr>
                <a:xfrm>
                  <a:off x="4131104" y="2660023"/>
                  <a:ext cx="300925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03" name="Google Shape;1603;p26"/>
                <p:cNvSpPr/>
                <p:nvPr/>
              </p:nvSpPr>
              <p:spPr>
                <a:xfrm>
                  <a:off x="4131104" y="2688646"/>
                  <a:ext cx="300925" cy="25"/>
                </a:xfrm>
                <a:custGeom>
                  <a:rect b="b" l="l" r="r" t="t"/>
                  <a:pathLst>
                    <a:path extrusionOk="0" fill="none" h="1" w="5856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cap="rnd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604" name="Google Shape;1604;p26"/>
            <p:cNvGrpSpPr/>
            <p:nvPr/>
          </p:nvGrpSpPr>
          <p:grpSpPr>
            <a:xfrm>
              <a:off x="8068746" y="3944350"/>
              <a:ext cx="522018" cy="776192"/>
              <a:chOff x="4131100" y="2430804"/>
              <a:chExt cx="300944" cy="257871"/>
            </a:xfrm>
          </p:grpSpPr>
          <p:sp>
            <p:nvSpPr>
              <p:cNvPr id="1605" name="Google Shape;1605;p26"/>
              <p:cNvSpPr/>
              <p:nvPr/>
            </p:nvSpPr>
            <p:spPr>
              <a:xfrm>
                <a:off x="4131104" y="2430804"/>
                <a:ext cx="300940" cy="25"/>
              </a:xfrm>
              <a:custGeom>
                <a:rect b="b" l="l" r="r" t="t"/>
                <a:pathLst>
                  <a:path extrusionOk="0" fill="none" h="1" w="5856">
                    <a:moveTo>
                      <a:pt x="0" y="0"/>
                    </a:moveTo>
                    <a:lnTo>
                      <a:pt x="5856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6" name="Google Shape;1606;p26"/>
              <p:cNvSpPr/>
              <p:nvPr/>
            </p:nvSpPr>
            <p:spPr>
              <a:xfrm>
                <a:off x="4131104" y="2459427"/>
                <a:ext cx="300940" cy="25"/>
              </a:xfrm>
              <a:custGeom>
                <a:rect b="b" l="l" r="r" t="t"/>
                <a:pathLst>
                  <a:path extrusionOk="0" fill="none" h="1" w="5856">
                    <a:moveTo>
                      <a:pt x="0" y="0"/>
                    </a:moveTo>
                    <a:lnTo>
                      <a:pt x="5856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7" name="Google Shape;1607;p26"/>
              <p:cNvSpPr/>
              <p:nvPr/>
            </p:nvSpPr>
            <p:spPr>
              <a:xfrm>
                <a:off x="4131104" y="2488026"/>
                <a:ext cx="300940" cy="25"/>
              </a:xfrm>
              <a:custGeom>
                <a:rect b="b" l="l" r="r" t="t"/>
                <a:pathLst>
                  <a:path extrusionOk="0" fill="none" h="1" w="5856">
                    <a:moveTo>
                      <a:pt x="0" y="1"/>
                    </a:moveTo>
                    <a:lnTo>
                      <a:pt x="585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8" name="Google Shape;1608;p26"/>
              <p:cNvSpPr/>
              <p:nvPr/>
            </p:nvSpPr>
            <p:spPr>
              <a:xfrm>
                <a:off x="4131104" y="2516649"/>
                <a:ext cx="300940" cy="25"/>
              </a:xfrm>
              <a:custGeom>
                <a:rect b="b" l="l" r="r" t="t"/>
                <a:pathLst>
                  <a:path extrusionOk="0" fill="none" h="1" w="5856">
                    <a:moveTo>
                      <a:pt x="0" y="0"/>
                    </a:moveTo>
                    <a:lnTo>
                      <a:pt x="5856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9" name="Google Shape;1609;p26"/>
              <p:cNvSpPr/>
              <p:nvPr/>
            </p:nvSpPr>
            <p:spPr>
              <a:xfrm>
                <a:off x="4131104" y="2545247"/>
                <a:ext cx="300940" cy="25"/>
              </a:xfrm>
              <a:custGeom>
                <a:rect b="b" l="l" r="r" t="t"/>
                <a:pathLst>
                  <a:path extrusionOk="0" fill="none" h="1" w="5856">
                    <a:moveTo>
                      <a:pt x="0" y="1"/>
                    </a:moveTo>
                    <a:lnTo>
                      <a:pt x="585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0" name="Google Shape;1610;p26"/>
              <p:cNvSpPr/>
              <p:nvPr/>
            </p:nvSpPr>
            <p:spPr>
              <a:xfrm>
                <a:off x="4131100" y="2574175"/>
                <a:ext cx="146400" cy="25"/>
              </a:xfrm>
              <a:custGeom>
                <a:rect b="b" l="l" r="r" t="t"/>
                <a:pathLst>
                  <a:path extrusionOk="0" fill="none" h="1" w="5856">
                    <a:moveTo>
                      <a:pt x="0" y="1"/>
                    </a:moveTo>
                    <a:lnTo>
                      <a:pt x="585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1" name="Google Shape;1611;p26"/>
              <p:cNvSpPr/>
              <p:nvPr/>
            </p:nvSpPr>
            <p:spPr>
              <a:xfrm>
                <a:off x="4131100" y="2602800"/>
                <a:ext cx="146400" cy="25"/>
              </a:xfrm>
              <a:custGeom>
                <a:rect b="b" l="l" r="r" t="t"/>
                <a:pathLst>
                  <a:path extrusionOk="0" fill="none" h="1" w="5856">
                    <a:moveTo>
                      <a:pt x="0" y="0"/>
                    </a:moveTo>
                    <a:lnTo>
                      <a:pt x="5856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p26"/>
              <p:cNvSpPr/>
              <p:nvPr/>
            </p:nvSpPr>
            <p:spPr>
              <a:xfrm>
                <a:off x="4131100" y="2631400"/>
                <a:ext cx="146400" cy="25"/>
              </a:xfrm>
              <a:custGeom>
                <a:rect b="b" l="l" r="r" t="t"/>
                <a:pathLst>
                  <a:path extrusionOk="0" fill="none" h="1" w="5856">
                    <a:moveTo>
                      <a:pt x="0" y="1"/>
                    </a:moveTo>
                    <a:lnTo>
                      <a:pt x="585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26"/>
              <p:cNvSpPr/>
              <p:nvPr/>
            </p:nvSpPr>
            <p:spPr>
              <a:xfrm>
                <a:off x="4131100" y="2660025"/>
                <a:ext cx="146400" cy="25"/>
              </a:xfrm>
              <a:custGeom>
                <a:rect b="b" l="l" r="r" t="t"/>
                <a:pathLst>
                  <a:path extrusionOk="0" fill="none" h="1" w="5856">
                    <a:moveTo>
                      <a:pt x="0" y="1"/>
                    </a:moveTo>
                    <a:lnTo>
                      <a:pt x="585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4" name="Google Shape;1614;p26"/>
              <p:cNvSpPr/>
              <p:nvPr/>
            </p:nvSpPr>
            <p:spPr>
              <a:xfrm>
                <a:off x="4131100" y="2688650"/>
                <a:ext cx="146400" cy="25"/>
              </a:xfrm>
              <a:custGeom>
                <a:rect b="b" l="l" r="r" t="t"/>
                <a:pathLst>
                  <a:path extrusionOk="0" fill="none" h="1" w="5856">
                    <a:moveTo>
                      <a:pt x="0" y="0"/>
                    </a:moveTo>
                    <a:lnTo>
                      <a:pt x="5856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15" name="Google Shape;1615;p26"/>
          <p:cNvGrpSpPr/>
          <p:nvPr/>
        </p:nvGrpSpPr>
        <p:grpSpPr>
          <a:xfrm>
            <a:off x="8280450" y="1473987"/>
            <a:ext cx="406500" cy="322800"/>
            <a:chOff x="8280450" y="1473987"/>
            <a:chExt cx="406500" cy="322800"/>
          </a:xfrm>
        </p:grpSpPr>
        <p:sp>
          <p:nvSpPr>
            <p:cNvPr id="1616" name="Google Shape;1616;p26">
              <a:hlinkClick action="ppaction://hlinksldjump" r:id="rId2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26">
              <a:hlinkClick action="ppaction://hlinksldjump" r:id="rId3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26">
              <a:hlinkClick action="ppaction://hlinksldjump" r:id="rId4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26">
              <a:hlinkClick action="ppaction://hlinksldjump" r:id="rId5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0" name="Google Shape;1620;p26"/>
          <p:cNvGrpSpPr/>
          <p:nvPr/>
        </p:nvGrpSpPr>
        <p:grpSpPr>
          <a:xfrm>
            <a:off x="8280450" y="3346713"/>
            <a:ext cx="406500" cy="322800"/>
            <a:chOff x="8280450" y="1473987"/>
            <a:chExt cx="406500" cy="322800"/>
          </a:xfrm>
        </p:grpSpPr>
        <p:sp>
          <p:nvSpPr>
            <p:cNvPr id="1621" name="Google Shape;1621;p26">
              <a:hlinkClick action="ppaction://hlinksldjump" r:id="rId6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26">
              <a:hlinkClick action="ppaction://hlinksldjump" r:id="rId7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26">
              <a:hlinkClick action="ppaction://hlinksldjump" r:id="rId8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26">
              <a:hlinkClick action="ppaction://hlinksldjump" r:id="rId9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5" name="Google Shape;1625;p26"/>
          <p:cNvGrpSpPr/>
          <p:nvPr/>
        </p:nvGrpSpPr>
        <p:grpSpPr>
          <a:xfrm>
            <a:off x="8065601" y="2153651"/>
            <a:ext cx="836197" cy="836197"/>
            <a:chOff x="8065601" y="2153651"/>
            <a:chExt cx="836197" cy="836197"/>
          </a:xfrm>
        </p:grpSpPr>
        <p:grpSp>
          <p:nvGrpSpPr>
            <p:cNvPr id="1626" name="Google Shape;1626;p26"/>
            <p:cNvGrpSpPr/>
            <p:nvPr/>
          </p:nvGrpSpPr>
          <p:grpSpPr>
            <a:xfrm>
              <a:off x="8065601" y="2153651"/>
              <a:ext cx="836197" cy="836197"/>
              <a:chOff x="1956755" y="2080370"/>
              <a:chExt cx="724106" cy="724106"/>
            </a:xfrm>
          </p:grpSpPr>
          <p:sp>
            <p:nvSpPr>
              <p:cNvPr id="1627" name="Google Shape;1627;p26"/>
              <p:cNvSpPr/>
              <p:nvPr/>
            </p:nvSpPr>
            <p:spPr>
              <a:xfrm>
                <a:off x="2118414" y="2080370"/>
                <a:ext cx="400804" cy="724106"/>
              </a:xfrm>
              <a:custGeom>
                <a:rect b="b" l="l" r="r" t="t"/>
                <a:pathLst>
                  <a:path extrusionOk="0" h="6326" w="2929">
                    <a:moveTo>
                      <a:pt x="1" y="0"/>
                    </a:moveTo>
                    <a:lnTo>
                      <a:pt x="133" y="3157"/>
                    </a:lnTo>
                    <a:lnTo>
                      <a:pt x="1" y="6326"/>
                    </a:lnTo>
                    <a:lnTo>
                      <a:pt x="2929" y="6326"/>
                    </a:lnTo>
                    <a:lnTo>
                      <a:pt x="2796" y="3157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26"/>
              <p:cNvSpPr/>
              <p:nvPr/>
            </p:nvSpPr>
            <p:spPr>
              <a:xfrm>
                <a:off x="1956755" y="2240509"/>
                <a:ext cx="724106" cy="403829"/>
              </a:xfrm>
              <a:custGeom>
                <a:rect b="b" l="l" r="r" t="t"/>
                <a:pathLst>
                  <a:path extrusionOk="0" h="2929" w="6326">
                    <a:moveTo>
                      <a:pt x="0" y="1"/>
                    </a:moveTo>
                    <a:lnTo>
                      <a:pt x="0" y="2929"/>
                    </a:lnTo>
                    <a:lnTo>
                      <a:pt x="3157" y="2796"/>
                    </a:lnTo>
                    <a:lnTo>
                      <a:pt x="6326" y="2929"/>
                    </a:lnTo>
                    <a:lnTo>
                      <a:pt x="6326" y="1"/>
                    </a:lnTo>
                    <a:lnTo>
                      <a:pt x="3157" y="1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29" name="Google Shape;1629;p26"/>
            <p:cNvSpPr/>
            <p:nvPr/>
          </p:nvSpPr>
          <p:spPr>
            <a:xfrm>
              <a:off x="8316010" y="2209691"/>
              <a:ext cx="335268" cy="724106"/>
            </a:xfrm>
            <a:custGeom>
              <a:rect b="b" l="l" r="r" t="t"/>
              <a:pathLst>
                <a:path extrusionOk="0" h="6326" w="2929">
                  <a:moveTo>
                    <a:pt x="1" y="0"/>
                  </a:moveTo>
                  <a:lnTo>
                    <a:pt x="133" y="3157"/>
                  </a:lnTo>
                  <a:lnTo>
                    <a:pt x="1" y="6326"/>
                  </a:lnTo>
                  <a:lnTo>
                    <a:pt x="2929" y="6326"/>
                  </a:lnTo>
                  <a:lnTo>
                    <a:pt x="2796" y="3157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26"/>
            <p:cNvSpPr/>
            <p:nvPr/>
          </p:nvSpPr>
          <p:spPr>
            <a:xfrm>
              <a:off x="8121649" y="2404052"/>
              <a:ext cx="724106" cy="335268"/>
            </a:xfrm>
            <a:custGeom>
              <a:rect b="b" l="l" r="r" t="t"/>
              <a:pathLst>
                <a:path extrusionOk="0" h="2929" w="6326">
                  <a:moveTo>
                    <a:pt x="0" y="1"/>
                  </a:moveTo>
                  <a:lnTo>
                    <a:pt x="0" y="2929"/>
                  </a:lnTo>
                  <a:lnTo>
                    <a:pt x="3157" y="2796"/>
                  </a:lnTo>
                  <a:lnTo>
                    <a:pt x="6326" y="2929"/>
                  </a:lnTo>
                  <a:lnTo>
                    <a:pt x="6326" y="1"/>
                  </a:lnTo>
                  <a:lnTo>
                    <a:pt x="3157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26">
              <a:hlinkClick action="ppaction://hlinkshowjump?jump=nextslide"/>
            </p:cNvPr>
            <p:cNvSpPr/>
            <p:nvPr/>
          </p:nvSpPr>
          <p:spPr>
            <a:xfrm>
              <a:off x="8700842" y="2499287"/>
              <a:ext cx="91114" cy="133924"/>
            </a:xfrm>
            <a:custGeom>
              <a:rect b="b" l="l" r="r" t="t"/>
              <a:pathLst>
                <a:path extrusionOk="0" h="1170" w="796">
                  <a:moveTo>
                    <a:pt x="1" y="0"/>
                  </a:moveTo>
                  <a:lnTo>
                    <a:pt x="1" y="1169"/>
                  </a:lnTo>
                  <a:lnTo>
                    <a:pt x="796" y="5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26">
              <a:hlinkClick action="ppaction://hlinkshowjump?jump=previousslide"/>
            </p:cNvPr>
            <p:cNvSpPr/>
            <p:nvPr/>
          </p:nvSpPr>
          <p:spPr>
            <a:xfrm>
              <a:off x="8179568" y="2499287"/>
              <a:ext cx="92488" cy="133924"/>
            </a:xfrm>
            <a:custGeom>
              <a:rect b="b" l="l" r="r" t="t"/>
              <a:pathLst>
                <a:path extrusionOk="0" h="1170" w="808">
                  <a:moveTo>
                    <a:pt x="807" y="0"/>
                  </a:moveTo>
                  <a:lnTo>
                    <a:pt x="0" y="579"/>
                  </a:lnTo>
                  <a:lnTo>
                    <a:pt x="807" y="1169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26"/>
            <p:cNvSpPr/>
            <p:nvPr/>
          </p:nvSpPr>
          <p:spPr>
            <a:xfrm>
              <a:off x="8416749" y="2504724"/>
              <a:ext cx="133904" cy="133925"/>
            </a:xfrm>
            <a:custGeom>
              <a:rect b="b" l="l" r="r" t="t"/>
              <a:pathLst>
                <a:path extrusionOk="0" h="1375" w="1375">
                  <a:moveTo>
                    <a:pt x="688" y="1"/>
                  </a:moveTo>
                  <a:cubicBezTo>
                    <a:pt x="314" y="1"/>
                    <a:pt x="1" y="314"/>
                    <a:pt x="1" y="688"/>
                  </a:cubicBezTo>
                  <a:cubicBezTo>
                    <a:pt x="1" y="1073"/>
                    <a:pt x="314" y="1374"/>
                    <a:pt x="688" y="1374"/>
                  </a:cubicBezTo>
                  <a:cubicBezTo>
                    <a:pt x="1073" y="1374"/>
                    <a:pt x="1374" y="1073"/>
                    <a:pt x="1374" y="688"/>
                  </a:cubicBezTo>
                  <a:cubicBezTo>
                    <a:pt x="1374" y="314"/>
                    <a:pt x="1073" y="1"/>
                    <a:pt x="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34" name="Google Shape;1634;p26"/>
            <p:cNvGrpSpPr/>
            <p:nvPr/>
          </p:nvGrpSpPr>
          <p:grpSpPr>
            <a:xfrm>
              <a:off x="8411245" y="2263375"/>
              <a:ext cx="133810" cy="611129"/>
              <a:chOff x="2246360" y="2134049"/>
              <a:chExt cx="133810" cy="611129"/>
            </a:xfrm>
          </p:grpSpPr>
          <p:sp>
            <p:nvSpPr>
              <p:cNvPr id="1635" name="Google Shape;1635;p26"/>
              <p:cNvSpPr/>
              <p:nvPr/>
            </p:nvSpPr>
            <p:spPr>
              <a:xfrm>
                <a:off x="2246360" y="2134049"/>
                <a:ext cx="133810" cy="91229"/>
              </a:xfrm>
              <a:custGeom>
                <a:rect b="b" l="l" r="r" t="t"/>
                <a:pathLst>
                  <a:path extrusionOk="0" h="797" w="1169">
                    <a:moveTo>
                      <a:pt x="579" y="1"/>
                    </a:moveTo>
                    <a:lnTo>
                      <a:pt x="0" y="796"/>
                    </a:lnTo>
                    <a:lnTo>
                      <a:pt x="1169" y="796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26"/>
              <p:cNvSpPr/>
              <p:nvPr/>
            </p:nvSpPr>
            <p:spPr>
              <a:xfrm>
                <a:off x="2246360" y="2654063"/>
                <a:ext cx="133810" cy="91114"/>
              </a:xfrm>
              <a:custGeom>
                <a:rect b="b" l="l" r="r" t="t"/>
                <a:pathLst>
                  <a:path extrusionOk="0" h="796" w="1169">
                    <a:moveTo>
                      <a:pt x="0" y="0"/>
                    </a:moveTo>
                    <a:lnTo>
                      <a:pt x="579" y="796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778450"/>
            <a:ext cx="6569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ess Start 2P"/>
              <a:buNone/>
              <a:defRPr sz="2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ess Start 2P"/>
              <a:buNone/>
              <a:defRPr sz="2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ess Start 2P"/>
              <a:buNone/>
              <a:defRPr sz="2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ess Start 2P"/>
              <a:buNone/>
              <a:defRPr sz="2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ess Start 2P"/>
              <a:buNone/>
              <a:defRPr sz="2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ess Start 2P"/>
              <a:buNone/>
              <a:defRPr sz="2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ess Start 2P"/>
              <a:buNone/>
              <a:defRPr sz="2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ess Start 2P"/>
              <a:buNone/>
              <a:defRPr sz="2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ess Start 2P"/>
              <a:buNone/>
              <a:defRPr sz="2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300850"/>
            <a:ext cx="7704000" cy="3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 Medium"/>
              <a:buChar char="●"/>
              <a:defRPr>
                <a:solidFill>
                  <a:schemeClr val="dk1"/>
                </a:solidFill>
                <a:latin typeface="Encode Sans Medium"/>
                <a:ea typeface="Encode Sans Medium"/>
                <a:cs typeface="Encode Sans Medium"/>
                <a:sym typeface="Encode Sans Medium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 Medium"/>
              <a:buChar char="○"/>
              <a:defRPr>
                <a:solidFill>
                  <a:schemeClr val="dk1"/>
                </a:solidFill>
                <a:latin typeface="Encode Sans Medium"/>
                <a:ea typeface="Encode Sans Medium"/>
                <a:cs typeface="Encode Sans Medium"/>
                <a:sym typeface="Encode Sans Medium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 Medium"/>
              <a:buChar char="■"/>
              <a:defRPr>
                <a:solidFill>
                  <a:schemeClr val="dk1"/>
                </a:solidFill>
                <a:latin typeface="Encode Sans Medium"/>
                <a:ea typeface="Encode Sans Medium"/>
                <a:cs typeface="Encode Sans Medium"/>
                <a:sym typeface="Encode Sans Medium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 Medium"/>
              <a:buChar char="●"/>
              <a:defRPr>
                <a:solidFill>
                  <a:schemeClr val="dk1"/>
                </a:solidFill>
                <a:latin typeface="Encode Sans Medium"/>
                <a:ea typeface="Encode Sans Medium"/>
                <a:cs typeface="Encode Sans Medium"/>
                <a:sym typeface="Encode Sans Medium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 Medium"/>
              <a:buChar char="○"/>
              <a:defRPr>
                <a:solidFill>
                  <a:schemeClr val="dk1"/>
                </a:solidFill>
                <a:latin typeface="Encode Sans Medium"/>
                <a:ea typeface="Encode Sans Medium"/>
                <a:cs typeface="Encode Sans Medium"/>
                <a:sym typeface="Encode Sans Medium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 Medium"/>
              <a:buChar char="■"/>
              <a:defRPr>
                <a:solidFill>
                  <a:schemeClr val="dk1"/>
                </a:solidFill>
                <a:latin typeface="Encode Sans Medium"/>
                <a:ea typeface="Encode Sans Medium"/>
                <a:cs typeface="Encode Sans Medium"/>
                <a:sym typeface="Encode Sans Medium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 Medium"/>
              <a:buChar char="●"/>
              <a:defRPr>
                <a:solidFill>
                  <a:schemeClr val="dk1"/>
                </a:solidFill>
                <a:latin typeface="Encode Sans Medium"/>
                <a:ea typeface="Encode Sans Medium"/>
                <a:cs typeface="Encode Sans Medium"/>
                <a:sym typeface="Encode Sans Medium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 Medium"/>
              <a:buChar char="○"/>
              <a:defRPr>
                <a:solidFill>
                  <a:schemeClr val="dk1"/>
                </a:solidFill>
                <a:latin typeface="Encode Sans Medium"/>
                <a:ea typeface="Encode Sans Medium"/>
                <a:cs typeface="Encode Sans Medium"/>
                <a:sym typeface="Encode Sans Medium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 Medium"/>
              <a:buChar char="■"/>
              <a:defRPr>
                <a:solidFill>
                  <a:schemeClr val="dk1"/>
                </a:solidFill>
                <a:latin typeface="Encode Sans Medium"/>
                <a:ea typeface="Encode Sans Medium"/>
                <a:cs typeface="Encode Sans Medium"/>
                <a:sym typeface="Encode Sans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9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Relationship Id="rId7" Type="http://schemas.openxmlformats.org/officeDocument/2006/relationships/slide" Target="/ppt/slides/slide2.xml"/><Relationship Id="rId8" Type="http://schemas.openxmlformats.org/officeDocument/2006/relationships/slide" Target="/ppt/slides/slide2.xml"/><Relationship Id="rId11" Type="http://schemas.openxmlformats.org/officeDocument/2006/relationships/image" Target="../media/image4.jpg"/><Relationship Id="rId10" Type="http://schemas.openxmlformats.org/officeDocument/2006/relationships/slide" Target="/ppt/slides/slide2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9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Relationship Id="rId7" Type="http://schemas.openxmlformats.org/officeDocument/2006/relationships/slide" Target="/ppt/slides/slide2.xml"/><Relationship Id="rId8" Type="http://schemas.openxmlformats.org/officeDocument/2006/relationships/slide" Target="/ppt/slides/slide2.xml"/><Relationship Id="rId10" Type="http://schemas.openxmlformats.org/officeDocument/2006/relationships/slide" Target="/ppt/slides/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9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Relationship Id="rId7" Type="http://schemas.openxmlformats.org/officeDocument/2006/relationships/slide" Target="/ppt/slides/slide2.xml"/><Relationship Id="rId8" Type="http://schemas.openxmlformats.org/officeDocument/2006/relationships/slide" Target="/ppt/slides/slide2.xml"/><Relationship Id="rId10" Type="http://schemas.openxmlformats.org/officeDocument/2006/relationships/slide" Target="/ppt/slides/slide2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9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Relationship Id="rId7" Type="http://schemas.openxmlformats.org/officeDocument/2006/relationships/slide" Target="/ppt/slides/slide2.xml"/><Relationship Id="rId8" Type="http://schemas.openxmlformats.org/officeDocument/2006/relationships/slide" Target="/ppt/slides/slide2.xml"/><Relationship Id="rId11" Type="http://schemas.openxmlformats.org/officeDocument/2006/relationships/image" Target="../media/image7.jpg"/><Relationship Id="rId10" Type="http://schemas.openxmlformats.org/officeDocument/2006/relationships/slide" Target="/ppt/slides/slide2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9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Relationship Id="rId7" Type="http://schemas.openxmlformats.org/officeDocument/2006/relationships/slide" Target="/ppt/slides/slide2.xml"/><Relationship Id="rId8" Type="http://schemas.openxmlformats.org/officeDocument/2006/relationships/slide" Target="/ppt/slides/slide2.xml"/><Relationship Id="rId10" Type="http://schemas.openxmlformats.org/officeDocument/2006/relationships/slide" Target="/ppt/slides/slide2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9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Relationship Id="rId7" Type="http://schemas.openxmlformats.org/officeDocument/2006/relationships/slide" Target="/ppt/slides/slide2.xml"/><Relationship Id="rId8" Type="http://schemas.openxmlformats.org/officeDocument/2006/relationships/slide" Target="/ppt/slides/slide2.xml"/><Relationship Id="rId10" Type="http://schemas.openxmlformats.org/officeDocument/2006/relationships/slide" Target="/ppt/slides/slide2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9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Relationship Id="rId7" Type="http://schemas.openxmlformats.org/officeDocument/2006/relationships/slide" Target="/ppt/slides/slide2.xml"/><Relationship Id="rId8" Type="http://schemas.openxmlformats.org/officeDocument/2006/relationships/slide" Target="/ppt/slides/slide2.xml"/><Relationship Id="rId10" Type="http://schemas.openxmlformats.org/officeDocument/2006/relationships/slide" Target="/ppt/slides/slide2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9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Relationship Id="rId7" Type="http://schemas.openxmlformats.org/officeDocument/2006/relationships/slide" Target="/ppt/slides/slide2.xml"/><Relationship Id="rId8" Type="http://schemas.openxmlformats.org/officeDocument/2006/relationships/slide" Target="/ppt/slides/slide2.xml"/><Relationship Id="rId10" Type="http://schemas.openxmlformats.org/officeDocument/2006/relationships/slide" Target="/ppt/slides/slide2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9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Relationship Id="rId7" Type="http://schemas.openxmlformats.org/officeDocument/2006/relationships/slide" Target="/ppt/slides/slide2.xml"/><Relationship Id="rId8" Type="http://schemas.openxmlformats.org/officeDocument/2006/relationships/slide" Target="/ppt/slides/slide2.xml"/><Relationship Id="rId10" Type="http://schemas.openxmlformats.org/officeDocument/2006/relationships/slide" Target="/ppt/slides/slide2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9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Relationship Id="rId7" Type="http://schemas.openxmlformats.org/officeDocument/2006/relationships/slide" Target="/ppt/slides/slide2.xml"/><Relationship Id="rId8" Type="http://schemas.openxmlformats.org/officeDocument/2006/relationships/slide" Target="/ppt/slides/slide2.xml"/><Relationship Id="rId11" Type="http://schemas.openxmlformats.org/officeDocument/2006/relationships/image" Target="../media/image2.png"/><Relationship Id="rId10" Type="http://schemas.openxmlformats.org/officeDocument/2006/relationships/slide" Target="/ppt/slides/slide2.xml"/><Relationship Id="rId12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9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Relationship Id="rId7" Type="http://schemas.openxmlformats.org/officeDocument/2006/relationships/slide" Target="/ppt/slides/slide2.xml"/><Relationship Id="rId8" Type="http://schemas.openxmlformats.org/officeDocument/2006/relationships/slide" Target="/ppt/slides/slide2.xml"/><Relationship Id="rId11" Type="http://schemas.openxmlformats.org/officeDocument/2006/relationships/image" Target="../media/image5.png"/><Relationship Id="rId10" Type="http://schemas.openxmlformats.org/officeDocument/2006/relationships/slide" Target="/ppt/slides/slide2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9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Relationship Id="rId7" Type="http://schemas.openxmlformats.org/officeDocument/2006/relationships/slide" Target="/ppt/slides/slide2.xml"/><Relationship Id="rId8" Type="http://schemas.openxmlformats.org/officeDocument/2006/relationships/slide" Target="/ppt/slides/slide2.xml"/><Relationship Id="rId10" Type="http://schemas.openxmlformats.org/officeDocument/2006/relationships/slide" Target="/ppt/slides/slide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9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Relationship Id="rId7" Type="http://schemas.openxmlformats.org/officeDocument/2006/relationships/slide" Target="/ppt/slides/slide2.xml"/><Relationship Id="rId8" Type="http://schemas.openxmlformats.org/officeDocument/2006/relationships/slide" Target="/ppt/slides/slide2.xml"/><Relationship Id="rId10" Type="http://schemas.openxmlformats.org/officeDocument/2006/relationships/slide" Target="/ppt/slides/slide2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9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Relationship Id="rId7" Type="http://schemas.openxmlformats.org/officeDocument/2006/relationships/slide" Target="/ppt/slides/slide2.xml"/><Relationship Id="rId8" Type="http://schemas.openxmlformats.org/officeDocument/2006/relationships/slide" Target="/ppt/slides/slide2.xml"/><Relationship Id="rId10" Type="http://schemas.openxmlformats.org/officeDocument/2006/relationships/slide" Target="/ppt/slides/slide2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9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Relationship Id="rId7" Type="http://schemas.openxmlformats.org/officeDocument/2006/relationships/slide" Target="/ppt/slides/slide2.xml"/><Relationship Id="rId8" Type="http://schemas.openxmlformats.org/officeDocument/2006/relationships/slide" Target="/ppt/slides/slide2.xml"/><Relationship Id="rId11" Type="http://schemas.openxmlformats.org/officeDocument/2006/relationships/image" Target="../media/image1.png"/><Relationship Id="rId10" Type="http://schemas.openxmlformats.org/officeDocument/2006/relationships/slide" Target="/ppt/slides/slide2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9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Relationship Id="rId7" Type="http://schemas.openxmlformats.org/officeDocument/2006/relationships/slide" Target="/ppt/slides/slide2.xml"/><Relationship Id="rId8" Type="http://schemas.openxmlformats.org/officeDocument/2006/relationships/slide" Target="/ppt/slides/slide2.xml"/><Relationship Id="rId11" Type="http://schemas.openxmlformats.org/officeDocument/2006/relationships/image" Target="../media/image3.png"/><Relationship Id="rId10" Type="http://schemas.openxmlformats.org/officeDocument/2006/relationships/slide" Target="/ppt/slides/slide2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9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Relationship Id="rId7" Type="http://schemas.openxmlformats.org/officeDocument/2006/relationships/slide" Target="/ppt/slides/slide2.xml"/><Relationship Id="rId8" Type="http://schemas.openxmlformats.org/officeDocument/2006/relationships/slide" Target="/ppt/slides/slide2.xml"/><Relationship Id="rId10" Type="http://schemas.openxmlformats.org/officeDocument/2006/relationships/slide" Target="/ppt/slides/slide2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9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Relationship Id="rId7" Type="http://schemas.openxmlformats.org/officeDocument/2006/relationships/slide" Target="/ppt/slides/slide2.xml"/><Relationship Id="rId8" Type="http://schemas.openxmlformats.org/officeDocument/2006/relationships/slide" Target="/ppt/slides/slide2.xml"/><Relationship Id="rId10" Type="http://schemas.openxmlformats.org/officeDocument/2006/relationships/slide" Target="/ppt/slides/slide2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9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Relationship Id="rId7" Type="http://schemas.openxmlformats.org/officeDocument/2006/relationships/slide" Target="/ppt/slides/slide2.xml"/><Relationship Id="rId8" Type="http://schemas.openxmlformats.org/officeDocument/2006/relationships/slide" Target="/ppt/slides/slide2.xml"/><Relationship Id="rId10" Type="http://schemas.openxmlformats.org/officeDocument/2006/relationships/slide" Target="/ppt/slides/slide2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9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Relationship Id="rId7" Type="http://schemas.openxmlformats.org/officeDocument/2006/relationships/slide" Target="/ppt/slides/slide2.xml"/><Relationship Id="rId8" Type="http://schemas.openxmlformats.org/officeDocument/2006/relationships/slide" Target="/ppt/slides/slide2.xml"/><Relationship Id="rId10" Type="http://schemas.openxmlformats.org/officeDocument/2006/relationships/slide" Target="/ppt/slides/slide2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9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Relationship Id="rId7" Type="http://schemas.openxmlformats.org/officeDocument/2006/relationships/slide" Target="/ppt/slides/slide2.xml"/><Relationship Id="rId8" Type="http://schemas.openxmlformats.org/officeDocument/2006/relationships/slide" Target="/ppt/slides/slide2.xml"/><Relationship Id="rId10" Type="http://schemas.openxmlformats.org/officeDocument/2006/relationships/slide" Target="/ppt/slides/slide2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9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Relationship Id="rId7" Type="http://schemas.openxmlformats.org/officeDocument/2006/relationships/slide" Target="/ppt/slides/slide2.xml"/><Relationship Id="rId8" Type="http://schemas.openxmlformats.org/officeDocument/2006/relationships/slide" Target="/ppt/slides/slide2.xml"/><Relationship Id="rId10" Type="http://schemas.openxmlformats.org/officeDocument/2006/relationships/slide" Target="/ppt/slides/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p27"/>
          <p:cNvSpPr txBox="1"/>
          <p:nvPr>
            <p:ph type="ctrTitle"/>
          </p:nvPr>
        </p:nvSpPr>
        <p:spPr>
          <a:xfrm>
            <a:off x="733138" y="579875"/>
            <a:ext cx="6349800" cy="23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</a:rPr>
              <a:t>Steam </a:t>
            </a:r>
            <a:r>
              <a:rPr b="1" lang="en" sz="1200">
                <a:solidFill>
                  <a:srgbClr val="000000"/>
                </a:solidFill>
              </a:rPr>
              <a:t>Genre Prediction - Data Science for Business Team Project</a:t>
            </a:r>
            <a:endParaRPr b="1" sz="1200">
              <a:solidFill>
                <a:srgbClr val="000000"/>
              </a:solidFill>
            </a:endParaRPr>
          </a:p>
        </p:txBody>
      </p:sp>
      <p:sp>
        <p:nvSpPr>
          <p:cNvPr id="1642" name="Google Shape;1642;p27"/>
          <p:cNvSpPr txBox="1"/>
          <p:nvPr>
            <p:ph idx="1" type="subTitle"/>
          </p:nvPr>
        </p:nvSpPr>
        <p:spPr>
          <a:xfrm>
            <a:off x="1164425" y="3952158"/>
            <a:ext cx="5831100" cy="4635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Team 44 - Sriya Vemuri, Amna Mahmood, Samir Dar, Kerry Chen, Calida Mathias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43" name="Google Shape;1643;p27"/>
          <p:cNvGrpSpPr/>
          <p:nvPr/>
        </p:nvGrpSpPr>
        <p:grpSpPr>
          <a:xfrm>
            <a:off x="8280450" y="1473987"/>
            <a:ext cx="406500" cy="322800"/>
            <a:chOff x="8280450" y="1473987"/>
            <a:chExt cx="406500" cy="322800"/>
          </a:xfrm>
        </p:grpSpPr>
        <p:sp>
          <p:nvSpPr>
            <p:cNvPr id="1644" name="Google Shape;1644;p27">
              <a:hlinkClick action="ppaction://hlinksldjump" r:id="rId3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27">
              <a:hlinkClick action="ppaction://hlinksldjump" r:id="rId4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7">
              <a:hlinkClick action="ppaction://hlinksldjump" r:id="rId5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7">
              <a:hlinkClick action="ppaction://hlinksldjump" r:id="rId6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8" name="Google Shape;1648;p27"/>
          <p:cNvGrpSpPr/>
          <p:nvPr/>
        </p:nvGrpSpPr>
        <p:grpSpPr>
          <a:xfrm>
            <a:off x="8280450" y="3346713"/>
            <a:ext cx="406500" cy="322800"/>
            <a:chOff x="8280450" y="1473987"/>
            <a:chExt cx="406500" cy="322800"/>
          </a:xfrm>
        </p:grpSpPr>
        <p:sp>
          <p:nvSpPr>
            <p:cNvPr id="1649" name="Google Shape;1649;p27">
              <a:hlinkClick action="ppaction://hlinksldjump" r:id="rId7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7">
              <a:hlinkClick action="ppaction://hlinksldjump" r:id="rId8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7">
              <a:hlinkClick action="ppaction://hlinksldjump" r:id="rId9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7">
              <a:hlinkClick action="ppaction://hlinksldjump" r:id="rId10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3" name="Google Shape;1653;p27"/>
          <p:cNvGrpSpPr/>
          <p:nvPr/>
        </p:nvGrpSpPr>
        <p:grpSpPr>
          <a:xfrm>
            <a:off x="8065601" y="2153651"/>
            <a:ext cx="836197" cy="836197"/>
            <a:chOff x="8065601" y="2153651"/>
            <a:chExt cx="836197" cy="836197"/>
          </a:xfrm>
        </p:grpSpPr>
        <p:grpSp>
          <p:nvGrpSpPr>
            <p:cNvPr id="1654" name="Google Shape;1654;p27"/>
            <p:cNvGrpSpPr/>
            <p:nvPr/>
          </p:nvGrpSpPr>
          <p:grpSpPr>
            <a:xfrm>
              <a:off x="8065601" y="2153651"/>
              <a:ext cx="836197" cy="836197"/>
              <a:chOff x="1956755" y="2080370"/>
              <a:chExt cx="724106" cy="724106"/>
            </a:xfrm>
          </p:grpSpPr>
          <p:sp>
            <p:nvSpPr>
              <p:cNvPr id="1655" name="Google Shape;1655;p27"/>
              <p:cNvSpPr/>
              <p:nvPr/>
            </p:nvSpPr>
            <p:spPr>
              <a:xfrm>
                <a:off x="2118414" y="2080370"/>
                <a:ext cx="400804" cy="724106"/>
              </a:xfrm>
              <a:custGeom>
                <a:rect b="b" l="l" r="r" t="t"/>
                <a:pathLst>
                  <a:path extrusionOk="0" h="6326" w="2929">
                    <a:moveTo>
                      <a:pt x="1" y="0"/>
                    </a:moveTo>
                    <a:lnTo>
                      <a:pt x="133" y="3157"/>
                    </a:lnTo>
                    <a:lnTo>
                      <a:pt x="1" y="6326"/>
                    </a:lnTo>
                    <a:lnTo>
                      <a:pt x="2929" y="6326"/>
                    </a:lnTo>
                    <a:lnTo>
                      <a:pt x="2796" y="3157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6" name="Google Shape;1656;p27"/>
              <p:cNvSpPr/>
              <p:nvPr/>
            </p:nvSpPr>
            <p:spPr>
              <a:xfrm>
                <a:off x="1956755" y="2240509"/>
                <a:ext cx="724106" cy="403829"/>
              </a:xfrm>
              <a:custGeom>
                <a:rect b="b" l="l" r="r" t="t"/>
                <a:pathLst>
                  <a:path extrusionOk="0" h="2929" w="6326">
                    <a:moveTo>
                      <a:pt x="0" y="1"/>
                    </a:moveTo>
                    <a:lnTo>
                      <a:pt x="0" y="2929"/>
                    </a:lnTo>
                    <a:lnTo>
                      <a:pt x="3157" y="2796"/>
                    </a:lnTo>
                    <a:lnTo>
                      <a:pt x="6326" y="2929"/>
                    </a:lnTo>
                    <a:lnTo>
                      <a:pt x="6326" y="1"/>
                    </a:lnTo>
                    <a:lnTo>
                      <a:pt x="3157" y="1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57" name="Google Shape;1657;p27"/>
            <p:cNvSpPr/>
            <p:nvPr/>
          </p:nvSpPr>
          <p:spPr>
            <a:xfrm>
              <a:off x="8316010" y="2209691"/>
              <a:ext cx="335268" cy="724106"/>
            </a:xfrm>
            <a:custGeom>
              <a:rect b="b" l="l" r="r" t="t"/>
              <a:pathLst>
                <a:path extrusionOk="0" h="6326" w="2929">
                  <a:moveTo>
                    <a:pt x="1" y="0"/>
                  </a:moveTo>
                  <a:lnTo>
                    <a:pt x="133" y="3157"/>
                  </a:lnTo>
                  <a:lnTo>
                    <a:pt x="1" y="6326"/>
                  </a:lnTo>
                  <a:lnTo>
                    <a:pt x="2929" y="6326"/>
                  </a:lnTo>
                  <a:lnTo>
                    <a:pt x="2796" y="3157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27"/>
            <p:cNvSpPr/>
            <p:nvPr/>
          </p:nvSpPr>
          <p:spPr>
            <a:xfrm>
              <a:off x="8121649" y="2404052"/>
              <a:ext cx="724106" cy="335268"/>
            </a:xfrm>
            <a:custGeom>
              <a:rect b="b" l="l" r="r" t="t"/>
              <a:pathLst>
                <a:path extrusionOk="0" h="2929" w="6326">
                  <a:moveTo>
                    <a:pt x="0" y="1"/>
                  </a:moveTo>
                  <a:lnTo>
                    <a:pt x="0" y="2929"/>
                  </a:lnTo>
                  <a:lnTo>
                    <a:pt x="3157" y="2796"/>
                  </a:lnTo>
                  <a:lnTo>
                    <a:pt x="6326" y="2929"/>
                  </a:lnTo>
                  <a:lnTo>
                    <a:pt x="6326" y="1"/>
                  </a:lnTo>
                  <a:lnTo>
                    <a:pt x="3157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27">
              <a:hlinkClick action="ppaction://hlinkshowjump?jump=nextslide"/>
            </p:cNvPr>
            <p:cNvSpPr/>
            <p:nvPr/>
          </p:nvSpPr>
          <p:spPr>
            <a:xfrm>
              <a:off x="8700842" y="2499287"/>
              <a:ext cx="91114" cy="133924"/>
            </a:xfrm>
            <a:custGeom>
              <a:rect b="b" l="l" r="r" t="t"/>
              <a:pathLst>
                <a:path extrusionOk="0" h="1170" w="796">
                  <a:moveTo>
                    <a:pt x="1" y="0"/>
                  </a:moveTo>
                  <a:lnTo>
                    <a:pt x="1" y="1169"/>
                  </a:lnTo>
                  <a:lnTo>
                    <a:pt x="796" y="5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7">
              <a:hlinkClick action="ppaction://hlinkshowjump?jump=previousslide"/>
            </p:cNvPr>
            <p:cNvSpPr/>
            <p:nvPr/>
          </p:nvSpPr>
          <p:spPr>
            <a:xfrm>
              <a:off x="8179568" y="2499287"/>
              <a:ext cx="92488" cy="133924"/>
            </a:xfrm>
            <a:custGeom>
              <a:rect b="b" l="l" r="r" t="t"/>
              <a:pathLst>
                <a:path extrusionOk="0" h="1170" w="808">
                  <a:moveTo>
                    <a:pt x="807" y="0"/>
                  </a:moveTo>
                  <a:lnTo>
                    <a:pt x="0" y="579"/>
                  </a:lnTo>
                  <a:lnTo>
                    <a:pt x="807" y="1169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7"/>
            <p:cNvSpPr/>
            <p:nvPr/>
          </p:nvSpPr>
          <p:spPr>
            <a:xfrm>
              <a:off x="8416749" y="2504724"/>
              <a:ext cx="133904" cy="133925"/>
            </a:xfrm>
            <a:custGeom>
              <a:rect b="b" l="l" r="r" t="t"/>
              <a:pathLst>
                <a:path extrusionOk="0" h="1375" w="1375">
                  <a:moveTo>
                    <a:pt x="688" y="1"/>
                  </a:moveTo>
                  <a:cubicBezTo>
                    <a:pt x="314" y="1"/>
                    <a:pt x="1" y="314"/>
                    <a:pt x="1" y="688"/>
                  </a:cubicBezTo>
                  <a:cubicBezTo>
                    <a:pt x="1" y="1073"/>
                    <a:pt x="314" y="1374"/>
                    <a:pt x="688" y="1374"/>
                  </a:cubicBezTo>
                  <a:cubicBezTo>
                    <a:pt x="1073" y="1374"/>
                    <a:pt x="1374" y="1073"/>
                    <a:pt x="1374" y="688"/>
                  </a:cubicBezTo>
                  <a:cubicBezTo>
                    <a:pt x="1374" y="314"/>
                    <a:pt x="1073" y="1"/>
                    <a:pt x="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62" name="Google Shape;1662;p27"/>
            <p:cNvGrpSpPr/>
            <p:nvPr/>
          </p:nvGrpSpPr>
          <p:grpSpPr>
            <a:xfrm>
              <a:off x="8411245" y="2263375"/>
              <a:ext cx="133810" cy="611129"/>
              <a:chOff x="2246360" y="2134049"/>
              <a:chExt cx="133810" cy="611129"/>
            </a:xfrm>
          </p:grpSpPr>
          <p:sp>
            <p:nvSpPr>
              <p:cNvPr id="1663" name="Google Shape;1663;p27"/>
              <p:cNvSpPr/>
              <p:nvPr/>
            </p:nvSpPr>
            <p:spPr>
              <a:xfrm>
                <a:off x="2246360" y="2134049"/>
                <a:ext cx="133810" cy="91229"/>
              </a:xfrm>
              <a:custGeom>
                <a:rect b="b" l="l" r="r" t="t"/>
                <a:pathLst>
                  <a:path extrusionOk="0" h="797" w="1169">
                    <a:moveTo>
                      <a:pt x="579" y="1"/>
                    </a:moveTo>
                    <a:lnTo>
                      <a:pt x="0" y="796"/>
                    </a:lnTo>
                    <a:lnTo>
                      <a:pt x="1169" y="796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4" name="Google Shape;1664;p27"/>
              <p:cNvSpPr/>
              <p:nvPr/>
            </p:nvSpPr>
            <p:spPr>
              <a:xfrm>
                <a:off x="2246360" y="2654063"/>
                <a:ext cx="133810" cy="91114"/>
              </a:xfrm>
              <a:custGeom>
                <a:rect b="b" l="l" r="r" t="t"/>
                <a:pathLst>
                  <a:path extrusionOk="0" h="796" w="1169">
                    <a:moveTo>
                      <a:pt x="0" y="0"/>
                    </a:moveTo>
                    <a:lnTo>
                      <a:pt x="579" y="796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665" name="Google Shape;1665;p27" title="steam_share_image.jp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670362" y="2209825"/>
            <a:ext cx="2475374" cy="139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9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p28"/>
          <p:cNvSpPr/>
          <p:nvPr/>
        </p:nvSpPr>
        <p:spPr>
          <a:xfrm>
            <a:off x="4241183" y="1401564"/>
            <a:ext cx="807300" cy="807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Google Shape;1671;p28"/>
          <p:cNvSpPr/>
          <p:nvPr/>
        </p:nvSpPr>
        <p:spPr>
          <a:xfrm>
            <a:off x="4241183" y="2525376"/>
            <a:ext cx="807300" cy="807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p28"/>
          <p:cNvSpPr/>
          <p:nvPr/>
        </p:nvSpPr>
        <p:spPr>
          <a:xfrm>
            <a:off x="824479" y="3649188"/>
            <a:ext cx="807300" cy="807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28"/>
          <p:cNvSpPr/>
          <p:nvPr/>
        </p:nvSpPr>
        <p:spPr>
          <a:xfrm>
            <a:off x="824479" y="1401564"/>
            <a:ext cx="807300" cy="807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p28"/>
          <p:cNvSpPr/>
          <p:nvPr/>
        </p:nvSpPr>
        <p:spPr>
          <a:xfrm>
            <a:off x="824479" y="2525376"/>
            <a:ext cx="807300" cy="807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5" name="Google Shape;1675;p28"/>
          <p:cNvSpPr/>
          <p:nvPr/>
        </p:nvSpPr>
        <p:spPr>
          <a:xfrm>
            <a:off x="4241183" y="3649188"/>
            <a:ext cx="807300" cy="807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6" name="Google Shape;1676;p28"/>
          <p:cNvSpPr txBox="1"/>
          <p:nvPr>
            <p:ph idx="1" type="subTitle"/>
          </p:nvPr>
        </p:nvSpPr>
        <p:spPr>
          <a:xfrm>
            <a:off x="1728299" y="1561555"/>
            <a:ext cx="21447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</a:rPr>
              <a:t>Business Understanding</a:t>
            </a:r>
            <a:endParaRPr sz="800"/>
          </a:p>
        </p:txBody>
      </p:sp>
      <p:sp>
        <p:nvSpPr>
          <p:cNvPr id="1677" name="Google Shape;1677;p28"/>
          <p:cNvSpPr txBox="1"/>
          <p:nvPr>
            <p:ph idx="6" type="title"/>
          </p:nvPr>
        </p:nvSpPr>
        <p:spPr>
          <a:xfrm>
            <a:off x="4260833" y="1541508"/>
            <a:ext cx="768000" cy="527400"/>
          </a:xfrm>
          <a:prstGeom prst="rect">
            <a:avLst/>
          </a:prstGeom>
        </p:spPr>
        <p:txBody>
          <a:bodyPr anchorCtr="0" anchor="ctr" bIns="91425" lIns="91425" spcFirstLastPara="1" rIns="91425" wrap="square" tIns="19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04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78" name="Google Shape;1678;p28"/>
          <p:cNvSpPr txBox="1"/>
          <p:nvPr>
            <p:ph idx="9" type="title"/>
          </p:nvPr>
        </p:nvSpPr>
        <p:spPr>
          <a:xfrm>
            <a:off x="720000" y="778450"/>
            <a:ext cx="65697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679" name="Google Shape;1679;p28"/>
          <p:cNvSpPr txBox="1"/>
          <p:nvPr>
            <p:ph idx="13" type="title"/>
          </p:nvPr>
        </p:nvSpPr>
        <p:spPr>
          <a:xfrm>
            <a:off x="4260833" y="3789144"/>
            <a:ext cx="768000" cy="527400"/>
          </a:xfrm>
          <a:prstGeom prst="rect">
            <a:avLst/>
          </a:prstGeom>
        </p:spPr>
        <p:txBody>
          <a:bodyPr anchorCtr="0" anchor="ctr" bIns="91425" lIns="91425" spcFirstLastPara="1" rIns="91425" wrap="square" tIns="19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80" name="Google Shape;1680;p28"/>
          <p:cNvSpPr txBox="1"/>
          <p:nvPr>
            <p:ph type="title"/>
          </p:nvPr>
        </p:nvSpPr>
        <p:spPr>
          <a:xfrm>
            <a:off x="844129" y="1541508"/>
            <a:ext cx="768000" cy="527400"/>
          </a:xfrm>
          <a:prstGeom prst="rect">
            <a:avLst/>
          </a:prstGeom>
        </p:spPr>
        <p:txBody>
          <a:bodyPr anchorCtr="0" anchor="ctr" bIns="91425" lIns="91425" spcFirstLastPara="1" rIns="91425" wrap="square" tIns="19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81" name="Google Shape;1681;p28"/>
          <p:cNvSpPr txBox="1"/>
          <p:nvPr>
            <p:ph idx="3" type="title"/>
          </p:nvPr>
        </p:nvSpPr>
        <p:spPr>
          <a:xfrm>
            <a:off x="844129" y="3789132"/>
            <a:ext cx="768000" cy="527400"/>
          </a:xfrm>
          <a:prstGeom prst="rect">
            <a:avLst/>
          </a:prstGeom>
        </p:spPr>
        <p:txBody>
          <a:bodyPr anchorCtr="0" anchor="ctr" bIns="91425" lIns="91425" spcFirstLastPara="1" rIns="91425" wrap="square" tIns="19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82" name="Google Shape;1682;p28"/>
          <p:cNvSpPr txBox="1"/>
          <p:nvPr>
            <p:ph idx="4" type="subTitle"/>
          </p:nvPr>
        </p:nvSpPr>
        <p:spPr>
          <a:xfrm>
            <a:off x="1728299" y="3754130"/>
            <a:ext cx="21447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</a:rPr>
              <a:t>Data Preparation and EDA</a:t>
            </a:r>
            <a:endParaRPr sz="800"/>
          </a:p>
        </p:txBody>
      </p:sp>
      <p:sp>
        <p:nvSpPr>
          <p:cNvPr id="1683" name="Google Shape;1683;p28"/>
          <p:cNvSpPr txBox="1"/>
          <p:nvPr>
            <p:ph idx="7" type="subTitle"/>
          </p:nvPr>
        </p:nvSpPr>
        <p:spPr>
          <a:xfrm>
            <a:off x="5145003" y="1401580"/>
            <a:ext cx="21447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</a:rPr>
              <a:t>Modeling</a:t>
            </a:r>
            <a:endParaRPr sz="800"/>
          </a:p>
        </p:txBody>
      </p:sp>
      <p:sp>
        <p:nvSpPr>
          <p:cNvPr id="1684" name="Google Shape;1684;p28"/>
          <p:cNvSpPr txBox="1"/>
          <p:nvPr>
            <p:ph idx="14" type="subTitle"/>
          </p:nvPr>
        </p:nvSpPr>
        <p:spPr>
          <a:xfrm>
            <a:off x="5231178" y="3649205"/>
            <a:ext cx="21447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</a:rPr>
              <a:t>Deployment</a:t>
            </a:r>
            <a:endParaRPr sz="800"/>
          </a:p>
        </p:txBody>
      </p:sp>
      <p:sp>
        <p:nvSpPr>
          <p:cNvPr id="1685" name="Google Shape;1685;p28"/>
          <p:cNvSpPr txBox="1"/>
          <p:nvPr>
            <p:ph idx="16" type="title"/>
          </p:nvPr>
        </p:nvSpPr>
        <p:spPr>
          <a:xfrm>
            <a:off x="844129" y="2665320"/>
            <a:ext cx="768000" cy="527400"/>
          </a:xfrm>
          <a:prstGeom prst="rect">
            <a:avLst/>
          </a:prstGeom>
        </p:spPr>
        <p:txBody>
          <a:bodyPr anchorCtr="0" anchor="ctr" bIns="91425" lIns="91425" spcFirstLastPara="1" rIns="91425" wrap="square" tIns="19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86" name="Google Shape;1686;p28"/>
          <p:cNvSpPr txBox="1"/>
          <p:nvPr>
            <p:ph idx="19" type="title"/>
          </p:nvPr>
        </p:nvSpPr>
        <p:spPr>
          <a:xfrm>
            <a:off x="4260833" y="2665320"/>
            <a:ext cx="768000" cy="527400"/>
          </a:xfrm>
          <a:prstGeom prst="rect">
            <a:avLst/>
          </a:prstGeom>
        </p:spPr>
        <p:txBody>
          <a:bodyPr anchorCtr="0" anchor="ctr" bIns="91425" lIns="91425" spcFirstLastPara="1" rIns="91425" wrap="square" tIns="19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05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87" name="Google Shape;1687;p28"/>
          <p:cNvSpPr txBox="1"/>
          <p:nvPr>
            <p:ph idx="20" type="subTitle"/>
          </p:nvPr>
        </p:nvSpPr>
        <p:spPr>
          <a:xfrm>
            <a:off x="5164153" y="2547089"/>
            <a:ext cx="21447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</a:rPr>
              <a:t>Evaluation</a:t>
            </a:r>
            <a:endParaRPr sz="800"/>
          </a:p>
        </p:txBody>
      </p:sp>
      <p:grpSp>
        <p:nvGrpSpPr>
          <p:cNvPr id="1688" name="Google Shape;1688;p28"/>
          <p:cNvGrpSpPr/>
          <p:nvPr/>
        </p:nvGrpSpPr>
        <p:grpSpPr>
          <a:xfrm>
            <a:off x="8280450" y="1473987"/>
            <a:ext cx="406500" cy="322800"/>
            <a:chOff x="8280450" y="1473987"/>
            <a:chExt cx="406500" cy="322800"/>
          </a:xfrm>
        </p:grpSpPr>
        <p:sp>
          <p:nvSpPr>
            <p:cNvPr id="1689" name="Google Shape;1689;p28">
              <a:hlinkClick action="ppaction://hlinksldjump" r:id="rId3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28">
              <a:hlinkClick action="ppaction://hlinksldjump" r:id="rId4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28">
              <a:hlinkClick action="ppaction://hlinksldjump" r:id="rId5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28">
              <a:hlinkClick action="ppaction://hlinksldjump" r:id="rId6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93" name="Google Shape;1693;p28"/>
          <p:cNvGrpSpPr/>
          <p:nvPr/>
        </p:nvGrpSpPr>
        <p:grpSpPr>
          <a:xfrm>
            <a:off x="8280450" y="3346713"/>
            <a:ext cx="406500" cy="322800"/>
            <a:chOff x="8280450" y="1473987"/>
            <a:chExt cx="406500" cy="322800"/>
          </a:xfrm>
        </p:grpSpPr>
        <p:sp>
          <p:nvSpPr>
            <p:cNvPr id="1694" name="Google Shape;1694;p28">
              <a:hlinkClick action="ppaction://hlinksldjump" r:id="rId7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28">
              <a:hlinkClick action="ppaction://hlinksldjump" r:id="rId8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28">
              <a:hlinkClick action="ppaction://hlinksldjump" r:id="rId9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28">
              <a:hlinkClick action="ppaction://hlinksldjump" r:id="rId10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98" name="Google Shape;1698;p28"/>
          <p:cNvGrpSpPr/>
          <p:nvPr/>
        </p:nvGrpSpPr>
        <p:grpSpPr>
          <a:xfrm>
            <a:off x="8065601" y="2153651"/>
            <a:ext cx="836197" cy="836197"/>
            <a:chOff x="8065601" y="2153651"/>
            <a:chExt cx="836197" cy="836197"/>
          </a:xfrm>
        </p:grpSpPr>
        <p:grpSp>
          <p:nvGrpSpPr>
            <p:cNvPr id="1699" name="Google Shape;1699;p28"/>
            <p:cNvGrpSpPr/>
            <p:nvPr/>
          </p:nvGrpSpPr>
          <p:grpSpPr>
            <a:xfrm>
              <a:off x="8065601" y="2153651"/>
              <a:ext cx="836197" cy="836197"/>
              <a:chOff x="1956755" y="2080370"/>
              <a:chExt cx="724106" cy="724106"/>
            </a:xfrm>
          </p:grpSpPr>
          <p:sp>
            <p:nvSpPr>
              <p:cNvPr id="1700" name="Google Shape;1700;p28"/>
              <p:cNvSpPr/>
              <p:nvPr/>
            </p:nvSpPr>
            <p:spPr>
              <a:xfrm>
                <a:off x="2118414" y="2080370"/>
                <a:ext cx="400804" cy="724106"/>
              </a:xfrm>
              <a:custGeom>
                <a:rect b="b" l="l" r="r" t="t"/>
                <a:pathLst>
                  <a:path extrusionOk="0" h="6326" w="2929">
                    <a:moveTo>
                      <a:pt x="1" y="0"/>
                    </a:moveTo>
                    <a:lnTo>
                      <a:pt x="133" y="3157"/>
                    </a:lnTo>
                    <a:lnTo>
                      <a:pt x="1" y="6326"/>
                    </a:lnTo>
                    <a:lnTo>
                      <a:pt x="2929" y="6326"/>
                    </a:lnTo>
                    <a:lnTo>
                      <a:pt x="2796" y="3157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1" name="Google Shape;1701;p28"/>
              <p:cNvSpPr/>
              <p:nvPr/>
            </p:nvSpPr>
            <p:spPr>
              <a:xfrm>
                <a:off x="1956755" y="2240509"/>
                <a:ext cx="724106" cy="403829"/>
              </a:xfrm>
              <a:custGeom>
                <a:rect b="b" l="l" r="r" t="t"/>
                <a:pathLst>
                  <a:path extrusionOk="0" h="2929" w="6326">
                    <a:moveTo>
                      <a:pt x="0" y="1"/>
                    </a:moveTo>
                    <a:lnTo>
                      <a:pt x="0" y="2929"/>
                    </a:lnTo>
                    <a:lnTo>
                      <a:pt x="3157" y="2796"/>
                    </a:lnTo>
                    <a:lnTo>
                      <a:pt x="6326" y="2929"/>
                    </a:lnTo>
                    <a:lnTo>
                      <a:pt x="6326" y="1"/>
                    </a:lnTo>
                    <a:lnTo>
                      <a:pt x="3157" y="1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02" name="Google Shape;1702;p28"/>
            <p:cNvSpPr/>
            <p:nvPr/>
          </p:nvSpPr>
          <p:spPr>
            <a:xfrm>
              <a:off x="8316010" y="2209691"/>
              <a:ext cx="335268" cy="724106"/>
            </a:xfrm>
            <a:custGeom>
              <a:rect b="b" l="l" r="r" t="t"/>
              <a:pathLst>
                <a:path extrusionOk="0" h="6326" w="2929">
                  <a:moveTo>
                    <a:pt x="1" y="0"/>
                  </a:moveTo>
                  <a:lnTo>
                    <a:pt x="133" y="3157"/>
                  </a:lnTo>
                  <a:lnTo>
                    <a:pt x="1" y="6326"/>
                  </a:lnTo>
                  <a:lnTo>
                    <a:pt x="2929" y="6326"/>
                  </a:lnTo>
                  <a:lnTo>
                    <a:pt x="2796" y="3157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28"/>
            <p:cNvSpPr/>
            <p:nvPr/>
          </p:nvSpPr>
          <p:spPr>
            <a:xfrm>
              <a:off x="8121649" y="2404052"/>
              <a:ext cx="724106" cy="335268"/>
            </a:xfrm>
            <a:custGeom>
              <a:rect b="b" l="l" r="r" t="t"/>
              <a:pathLst>
                <a:path extrusionOk="0" h="2929" w="6326">
                  <a:moveTo>
                    <a:pt x="0" y="1"/>
                  </a:moveTo>
                  <a:lnTo>
                    <a:pt x="0" y="2929"/>
                  </a:lnTo>
                  <a:lnTo>
                    <a:pt x="3157" y="2796"/>
                  </a:lnTo>
                  <a:lnTo>
                    <a:pt x="6326" y="2929"/>
                  </a:lnTo>
                  <a:lnTo>
                    <a:pt x="6326" y="1"/>
                  </a:lnTo>
                  <a:lnTo>
                    <a:pt x="3157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28">
              <a:hlinkClick action="ppaction://hlinkshowjump?jump=nextslide"/>
            </p:cNvPr>
            <p:cNvSpPr/>
            <p:nvPr/>
          </p:nvSpPr>
          <p:spPr>
            <a:xfrm>
              <a:off x="8700842" y="2499287"/>
              <a:ext cx="91114" cy="133924"/>
            </a:xfrm>
            <a:custGeom>
              <a:rect b="b" l="l" r="r" t="t"/>
              <a:pathLst>
                <a:path extrusionOk="0" h="1170" w="796">
                  <a:moveTo>
                    <a:pt x="1" y="0"/>
                  </a:moveTo>
                  <a:lnTo>
                    <a:pt x="1" y="1169"/>
                  </a:lnTo>
                  <a:lnTo>
                    <a:pt x="796" y="5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28">
              <a:hlinkClick action="ppaction://hlinkshowjump?jump=previousslide"/>
            </p:cNvPr>
            <p:cNvSpPr/>
            <p:nvPr/>
          </p:nvSpPr>
          <p:spPr>
            <a:xfrm>
              <a:off x="8179568" y="2499287"/>
              <a:ext cx="92488" cy="133924"/>
            </a:xfrm>
            <a:custGeom>
              <a:rect b="b" l="l" r="r" t="t"/>
              <a:pathLst>
                <a:path extrusionOk="0" h="1170" w="808">
                  <a:moveTo>
                    <a:pt x="807" y="0"/>
                  </a:moveTo>
                  <a:lnTo>
                    <a:pt x="0" y="579"/>
                  </a:lnTo>
                  <a:lnTo>
                    <a:pt x="807" y="1169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28"/>
            <p:cNvSpPr/>
            <p:nvPr/>
          </p:nvSpPr>
          <p:spPr>
            <a:xfrm>
              <a:off x="8416749" y="2504724"/>
              <a:ext cx="133904" cy="133925"/>
            </a:xfrm>
            <a:custGeom>
              <a:rect b="b" l="l" r="r" t="t"/>
              <a:pathLst>
                <a:path extrusionOk="0" h="1375" w="1375">
                  <a:moveTo>
                    <a:pt x="688" y="1"/>
                  </a:moveTo>
                  <a:cubicBezTo>
                    <a:pt x="314" y="1"/>
                    <a:pt x="1" y="314"/>
                    <a:pt x="1" y="688"/>
                  </a:cubicBezTo>
                  <a:cubicBezTo>
                    <a:pt x="1" y="1073"/>
                    <a:pt x="314" y="1374"/>
                    <a:pt x="688" y="1374"/>
                  </a:cubicBezTo>
                  <a:cubicBezTo>
                    <a:pt x="1073" y="1374"/>
                    <a:pt x="1374" y="1073"/>
                    <a:pt x="1374" y="688"/>
                  </a:cubicBezTo>
                  <a:cubicBezTo>
                    <a:pt x="1374" y="314"/>
                    <a:pt x="1073" y="1"/>
                    <a:pt x="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07" name="Google Shape;1707;p28"/>
            <p:cNvGrpSpPr/>
            <p:nvPr/>
          </p:nvGrpSpPr>
          <p:grpSpPr>
            <a:xfrm>
              <a:off x="8411245" y="2263375"/>
              <a:ext cx="133810" cy="611129"/>
              <a:chOff x="2246360" y="2134049"/>
              <a:chExt cx="133810" cy="611129"/>
            </a:xfrm>
          </p:grpSpPr>
          <p:sp>
            <p:nvSpPr>
              <p:cNvPr id="1708" name="Google Shape;1708;p28"/>
              <p:cNvSpPr/>
              <p:nvPr/>
            </p:nvSpPr>
            <p:spPr>
              <a:xfrm>
                <a:off x="2246360" y="2134049"/>
                <a:ext cx="133810" cy="91229"/>
              </a:xfrm>
              <a:custGeom>
                <a:rect b="b" l="l" r="r" t="t"/>
                <a:pathLst>
                  <a:path extrusionOk="0" h="797" w="1169">
                    <a:moveTo>
                      <a:pt x="579" y="1"/>
                    </a:moveTo>
                    <a:lnTo>
                      <a:pt x="0" y="796"/>
                    </a:lnTo>
                    <a:lnTo>
                      <a:pt x="1169" y="796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9" name="Google Shape;1709;p28"/>
              <p:cNvSpPr/>
              <p:nvPr/>
            </p:nvSpPr>
            <p:spPr>
              <a:xfrm>
                <a:off x="2246360" y="2654063"/>
                <a:ext cx="133810" cy="91114"/>
              </a:xfrm>
              <a:custGeom>
                <a:rect b="b" l="l" r="r" t="t"/>
                <a:pathLst>
                  <a:path extrusionOk="0" h="796" w="1169">
                    <a:moveTo>
                      <a:pt x="0" y="0"/>
                    </a:moveTo>
                    <a:lnTo>
                      <a:pt x="579" y="796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710" name="Google Shape;1710;p28"/>
          <p:cNvSpPr txBox="1"/>
          <p:nvPr>
            <p:ph idx="1" type="subTitle"/>
          </p:nvPr>
        </p:nvSpPr>
        <p:spPr>
          <a:xfrm>
            <a:off x="1666049" y="2547105"/>
            <a:ext cx="21447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</a:rPr>
              <a:t>Data</a:t>
            </a:r>
            <a:r>
              <a:rPr b="1" lang="en" sz="800">
                <a:solidFill>
                  <a:srgbClr val="000000"/>
                </a:solidFill>
              </a:rPr>
              <a:t> Understanding</a:t>
            </a:r>
            <a:endParaRPr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4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p29"/>
          <p:cNvSpPr/>
          <p:nvPr/>
        </p:nvSpPr>
        <p:spPr>
          <a:xfrm flipH="1">
            <a:off x="821528" y="1047218"/>
            <a:ext cx="1313100" cy="1313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29"/>
          <p:cNvSpPr txBox="1"/>
          <p:nvPr>
            <p:ph type="title"/>
          </p:nvPr>
        </p:nvSpPr>
        <p:spPr>
          <a:xfrm>
            <a:off x="821525" y="2989850"/>
            <a:ext cx="5199300" cy="61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</a:rPr>
              <a:t>Business Understanding</a:t>
            </a:r>
            <a:endParaRPr sz="5400"/>
          </a:p>
        </p:txBody>
      </p:sp>
      <p:sp>
        <p:nvSpPr>
          <p:cNvPr id="1717" name="Google Shape;1717;p29"/>
          <p:cNvSpPr txBox="1"/>
          <p:nvPr>
            <p:ph idx="2" type="title"/>
          </p:nvPr>
        </p:nvSpPr>
        <p:spPr>
          <a:xfrm>
            <a:off x="821528" y="1240418"/>
            <a:ext cx="1313100" cy="926700"/>
          </a:xfrm>
          <a:prstGeom prst="rect">
            <a:avLst/>
          </a:prstGeom>
        </p:spPr>
        <p:txBody>
          <a:bodyPr anchorCtr="0" anchor="ctr" bIns="91425" lIns="91425" spcFirstLastPara="1" rIns="91425" wrap="square" tIns="265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1718" name="Google Shape;1718;p29"/>
          <p:cNvGrpSpPr/>
          <p:nvPr/>
        </p:nvGrpSpPr>
        <p:grpSpPr>
          <a:xfrm>
            <a:off x="8280450" y="1473987"/>
            <a:ext cx="406500" cy="322800"/>
            <a:chOff x="8280450" y="1473987"/>
            <a:chExt cx="406500" cy="322800"/>
          </a:xfrm>
        </p:grpSpPr>
        <p:sp>
          <p:nvSpPr>
            <p:cNvPr id="1719" name="Google Shape;1719;p29">
              <a:hlinkClick action="ppaction://hlinksldjump" r:id="rId3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29">
              <a:hlinkClick action="ppaction://hlinksldjump" r:id="rId4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29">
              <a:hlinkClick action="ppaction://hlinksldjump" r:id="rId5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29">
              <a:hlinkClick action="ppaction://hlinksldjump" r:id="rId6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3" name="Google Shape;1723;p29"/>
          <p:cNvGrpSpPr/>
          <p:nvPr/>
        </p:nvGrpSpPr>
        <p:grpSpPr>
          <a:xfrm>
            <a:off x="8280450" y="3346713"/>
            <a:ext cx="406500" cy="322800"/>
            <a:chOff x="8280450" y="1473987"/>
            <a:chExt cx="406500" cy="322800"/>
          </a:xfrm>
        </p:grpSpPr>
        <p:sp>
          <p:nvSpPr>
            <p:cNvPr id="1724" name="Google Shape;1724;p29">
              <a:hlinkClick action="ppaction://hlinksldjump" r:id="rId7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29">
              <a:hlinkClick action="ppaction://hlinksldjump" r:id="rId8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29">
              <a:hlinkClick action="ppaction://hlinksldjump" r:id="rId9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29">
              <a:hlinkClick action="ppaction://hlinksldjump" r:id="rId10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8" name="Google Shape;1728;p29"/>
          <p:cNvGrpSpPr/>
          <p:nvPr/>
        </p:nvGrpSpPr>
        <p:grpSpPr>
          <a:xfrm>
            <a:off x="8065601" y="2153651"/>
            <a:ext cx="836197" cy="836197"/>
            <a:chOff x="8065601" y="2153651"/>
            <a:chExt cx="836197" cy="836197"/>
          </a:xfrm>
        </p:grpSpPr>
        <p:grpSp>
          <p:nvGrpSpPr>
            <p:cNvPr id="1729" name="Google Shape;1729;p29"/>
            <p:cNvGrpSpPr/>
            <p:nvPr/>
          </p:nvGrpSpPr>
          <p:grpSpPr>
            <a:xfrm>
              <a:off x="8065601" y="2153651"/>
              <a:ext cx="836197" cy="836197"/>
              <a:chOff x="1956755" y="2080370"/>
              <a:chExt cx="724106" cy="724106"/>
            </a:xfrm>
          </p:grpSpPr>
          <p:sp>
            <p:nvSpPr>
              <p:cNvPr id="1730" name="Google Shape;1730;p29"/>
              <p:cNvSpPr/>
              <p:nvPr/>
            </p:nvSpPr>
            <p:spPr>
              <a:xfrm>
                <a:off x="2118414" y="2080370"/>
                <a:ext cx="400804" cy="724106"/>
              </a:xfrm>
              <a:custGeom>
                <a:rect b="b" l="l" r="r" t="t"/>
                <a:pathLst>
                  <a:path extrusionOk="0" h="6326" w="2929">
                    <a:moveTo>
                      <a:pt x="1" y="0"/>
                    </a:moveTo>
                    <a:lnTo>
                      <a:pt x="133" y="3157"/>
                    </a:lnTo>
                    <a:lnTo>
                      <a:pt x="1" y="6326"/>
                    </a:lnTo>
                    <a:lnTo>
                      <a:pt x="2929" y="6326"/>
                    </a:lnTo>
                    <a:lnTo>
                      <a:pt x="2796" y="3157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1" name="Google Shape;1731;p29"/>
              <p:cNvSpPr/>
              <p:nvPr/>
            </p:nvSpPr>
            <p:spPr>
              <a:xfrm>
                <a:off x="1956755" y="2240509"/>
                <a:ext cx="724106" cy="403829"/>
              </a:xfrm>
              <a:custGeom>
                <a:rect b="b" l="l" r="r" t="t"/>
                <a:pathLst>
                  <a:path extrusionOk="0" h="2929" w="6326">
                    <a:moveTo>
                      <a:pt x="0" y="1"/>
                    </a:moveTo>
                    <a:lnTo>
                      <a:pt x="0" y="2929"/>
                    </a:lnTo>
                    <a:lnTo>
                      <a:pt x="3157" y="2796"/>
                    </a:lnTo>
                    <a:lnTo>
                      <a:pt x="6326" y="2929"/>
                    </a:lnTo>
                    <a:lnTo>
                      <a:pt x="6326" y="1"/>
                    </a:lnTo>
                    <a:lnTo>
                      <a:pt x="3157" y="1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32" name="Google Shape;1732;p29"/>
            <p:cNvSpPr/>
            <p:nvPr/>
          </p:nvSpPr>
          <p:spPr>
            <a:xfrm>
              <a:off x="8316010" y="2209691"/>
              <a:ext cx="335268" cy="724106"/>
            </a:xfrm>
            <a:custGeom>
              <a:rect b="b" l="l" r="r" t="t"/>
              <a:pathLst>
                <a:path extrusionOk="0" h="6326" w="2929">
                  <a:moveTo>
                    <a:pt x="1" y="0"/>
                  </a:moveTo>
                  <a:lnTo>
                    <a:pt x="133" y="3157"/>
                  </a:lnTo>
                  <a:lnTo>
                    <a:pt x="1" y="6326"/>
                  </a:lnTo>
                  <a:lnTo>
                    <a:pt x="2929" y="6326"/>
                  </a:lnTo>
                  <a:lnTo>
                    <a:pt x="2796" y="3157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29"/>
            <p:cNvSpPr/>
            <p:nvPr/>
          </p:nvSpPr>
          <p:spPr>
            <a:xfrm>
              <a:off x="8121649" y="2404052"/>
              <a:ext cx="724106" cy="335268"/>
            </a:xfrm>
            <a:custGeom>
              <a:rect b="b" l="l" r="r" t="t"/>
              <a:pathLst>
                <a:path extrusionOk="0" h="2929" w="6326">
                  <a:moveTo>
                    <a:pt x="0" y="1"/>
                  </a:moveTo>
                  <a:lnTo>
                    <a:pt x="0" y="2929"/>
                  </a:lnTo>
                  <a:lnTo>
                    <a:pt x="3157" y="2796"/>
                  </a:lnTo>
                  <a:lnTo>
                    <a:pt x="6326" y="2929"/>
                  </a:lnTo>
                  <a:lnTo>
                    <a:pt x="6326" y="1"/>
                  </a:lnTo>
                  <a:lnTo>
                    <a:pt x="3157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29">
              <a:hlinkClick action="ppaction://hlinkshowjump?jump=nextslide"/>
            </p:cNvPr>
            <p:cNvSpPr/>
            <p:nvPr/>
          </p:nvSpPr>
          <p:spPr>
            <a:xfrm>
              <a:off x="8700842" y="2499287"/>
              <a:ext cx="91114" cy="133924"/>
            </a:xfrm>
            <a:custGeom>
              <a:rect b="b" l="l" r="r" t="t"/>
              <a:pathLst>
                <a:path extrusionOk="0" h="1170" w="796">
                  <a:moveTo>
                    <a:pt x="1" y="0"/>
                  </a:moveTo>
                  <a:lnTo>
                    <a:pt x="1" y="1169"/>
                  </a:lnTo>
                  <a:lnTo>
                    <a:pt x="796" y="5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29">
              <a:hlinkClick action="ppaction://hlinkshowjump?jump=previousslide"/>
            </p:cNvPr>
            <p:cNvSpPr/>
            <p:nvPr/>
          </p:nvSpPr>
          <p:spPr>
            <a:xfrm>
              <a:off x="8179568" y="2499287"/>
              <a:ext cx="92488" cy="133924"/>
            </a:xfrm>
            <a:custGeom>
              <a:rect b="b" l="l" r="r" t="t"/>
              <a:pathLst>
                <a:path extrusionOk="0" h="1170" w="808">
                  <a:moveTo>
                    <a:pt x="807" y="0"/>
                  </a:moveTo>
                  <a:lnTo>
                    <a:pt x="0" y="579"/>
                  </a:lnTo>
                  <a:lnTo>
                    <a:pt x="807" y="1169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29"/>
            <p:cNvSpPr/>
            <p:nvPr/>
          </p:nvSpPr>
          <p:spPr>
            <a:xfrm>
              <a:off x="8416749" y="2504724"/>
              <a:ext cx="133904" cy="133925"/>
            </a:xfrm>
            <a:custGeom>
              <a:rect b="b" l="l" r="r" t="t"/>
              <a:pathLst>
                <a:path extrusionOk="0" h="1375" w="1375">
                  <a:moveTo>
                    <a:pt x="688" y="1"/>
                  </a:moveTo>
                  <a:cubicBezTo>
                    <a:pt x="314" y="1"/>
                    <a:pt x="1" y="314"/>
                    <a:pt x="1" y="688"/>
                  </a:cubicBezTo>
                  <a:cubicBezTo>
                    <a:pt x="1" y="1073"/>
                    <a:pt x="314" y="1374"/>
                    <a:pt x="688" y="1374"/>
                  </a:cubicBezTo>
                  <a:cubicBezTo>
                    <a:pt x="1073" y="1374"/>
                    <a:pt x="1374" y="1073"/>
                    <a:pt x="1374" y="688"/>
                  </a:cubicBezTo>
                  <a:cubicBezTo>
                    <a:pt x="1374" y="314"/>
                    <a:pt x="1073" y="1"/>
                    <a:pt x="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37" name="Google Shape;1737;p29"/>
            <p:cNvGrpSpPr/>
            <p:nvPr/>
          </p:nvGrpSpPr>
          <p:grpSpPr>
            <a:xfrm>
              <a:off x="8411245" y="2263375"/>
              <a:ext cx="133810" cy="611129"/>
              <a:chOff x="2246360" y="2134049"/>
              <a:chExt cx="133810" cy="611129"/>
            </a:xfrm>
          </p:grpSpPr>
          <p:sp>
            <p:nvSpPr>
              <p:cNvPr id="1738" name="Google Shape;1738;p29"/>
              <p:cNvSpPr/>
              <p:nvPr/>
            </p:nvSpPr>
            <p:spPr>
              <a:xfrm>
                <a:off x="2246360" y="2134049"/>
                <a:ext cx="133810" cy="91229"/>
              </a:xfrm>
              <a:custGeom>
                <a:rect b="b" l="l" r="r" t="t"/>
                <a:pathLst>
                  <a:path extrusionOk="0" h="797" w="1169">
                    <a:moveTo>
                      <a:pt x="579" y="1"/>
                    </a:moveTo>
                    <a:lnTo>
                      <a:pt x="0" y="796"/>
                    </a:lnTo>
                    <a:lnTo>
                      <a:pt x="1169" y="796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9" name="Google Shape;1739;p29"/>
              <p:cNvSpPr/>
              <p:nvPr/>
            </p:nvSpPr>
            <p:spPr>
              <a:xfrm>
                <a:off x="2246360" y="2654063"/>
                <a:ext cx="133810" cy="91114"/>
              </a:xfrm>
              <a:custGeom>
                <a:rect b="b" l="l" r="r" t="t"/>
                <a:pathLst>
                  <a:path extrusionOk="0" h="796" w="1169">
                    <a:moveTo>
                      <a:pt x="0" y="0"/>
                    </a:moveTo>
                    <a:lnTo>
                      <a:pt x="579" y="796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p30"/>
          <p:cNvSpPr txBox="1"/>
          <p:nvPr>
            <p:ph idx="1" type="subTitle"/>
          </p:nvPr>
        </p:nvSpPr>
        <p:spPr>
          <a:xfrm>
            <a:off x="4235797" y="2361677"/>
            <a:ext cx="3054000" cy="16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Steam is the world’s </a:t>
            </a:r>
            <a:r>
              <a:rPr b="1" i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largest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digital distribution platform for PC gaming, developed by Valve Corporation. It hosts over </a:t>
            </a:r>
            <a:r>
              <a:rPr b="1" i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50,000 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games and serves as the main storefront where developers </a:t>
            </a:r>
            <a:r>
              <a:rPr b="1" i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publish and market their games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700"/>
          </a:p>
        </p:txBody>
      </p:sp>
      <p:sp>
        <p:nvSpPr>
          <p:cNvPr id="1745" name="Google Shape;1745;p30"/>
          <p:cNvSpPr txBox="1"/>
          <p:nvPr>
            <p:ph type="title"/>
          </p:nvPr>
        </p:nvSpPr>
        <p:spPr>
          <a:xfrm>
            <a:off x="4235797" y="1066828"/>
            <a:ext cx="3054000" cy="130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Steam</a:t>
            </a:r>
            <a:endParaRPr/>
          </a:p>
        </p:txBody>
      </p:sp>
      <p:grpSp>
        <p:nvGrpSpPr>
          <p:cNvPr id="1746" name="Google Shape;1746;p30"/>
          <p:cNvGrpSpPr/>
          <p:nvPr/>
        </p:nvGrpSpPr>
        <p:grpSpPr>
          <a:xfrm>
            <a:off x="8280450" y="1473987"/>
            <a:ext cx="406500" cy="322800"/>
            <a:chOff x="8280450" y="1473987"/>
            <a:chExt cx="406500" cy="322800"/>
          </a:xfrm>
        </p:grpSpPr>
        <p:sp>
          <p:nvSpPr>
            <p:cNvPr id="1747" name="Google Shape;1747;p30">
              <a:hlinkClick action="ppaction://hlinksldjump" r:id="rId3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30">
              <a:hlinkClick action="ppaction://hlinksldjump" r:id="rId4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30">
              <a:hlinkClick action="ppaction://hlinksldjump" r:id="rId5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30">
              <a:hlinkClick action="ppaction://hlinksldjump" r:id="rId6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51" name="Google Shape;1751;p30"/>
          <p:cNvGrpSpPr/>
          <p:nvPr/>
        </p:nvGrpSpPr>
        <p:grpSpPr>
          <a:xfrm>
            <a:off x="8280450" y="3346713"/>
            <a:ext cx="406500" cy="322800"/>
            <a:chOff x="8280450" y="1473987"/>
            <a:chExt cx="406500" cy="322800"/>
          </a:xfrm>
        </p:grpSpPr>
        <p:sp>
          <p:nvSpPr>
            <p:cNvPr id="1752" name="Google Shape;1752;p30">
              <a:hlinkClick action="ppaction://hlinksldjump" r:id="rId7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30">
              <a:hlinkClick action="ppaction://hlinksldjump" r:id="rId8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30">
              <a:hlinkClick action="ppaction://hlinksldjump" r:id="rId9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30">
              <a:hlinkClick action="ppaction://hlinksldjump" r:id="rId10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56" name="Google Shape;1756;p30"/>
          <p:cNvGrpSpPr/>
          <p:nvPr/>
        </p:nvGrpSpPr>
        <p:grpSpPr>
          <a:xfrm>
            <a:off x="8065601" y="2153651"/>
            <a:ext cx="836197" cy="836197"/>
            <a:chOff x="8065601" y="2153651"/>
            <a:chExt cx="836197" cy="836197"/>
          </a:xfrm>
        </p:grpSpPr>
        <p:grpSp>
          <p:nvGrpSpPr>
            <p:cNvPr id="1757" name="Google Shape;1757;p30"/>
            <p:cNvGrpSpPr/>
            <p:nvPr/>
          </p:nvGrpSpPr>
          <p:grpSpPr>
            <a:xfrm>
              <a:off x="8065601" y="2153651"/>
              <a:ext cx="836197" cy="836197"/>
              <a:chOff x="1956755" y="2080370"/>
              <a:chExt cx="724106" cy="724106"/>
            </a:xfrm>
          </p:grpSpPr>
          <p:sp>
            <p:nvSpPr>
              <p:cNvPr id="1758" name="Google Shape;1758;p30"/>
              <p:cNvSpPr/>
              <p:nvPr/>
            </p:nvSpPr>
            <p:spPr>
              <a:xfrm>
                <a:off x="2118414" y="2080370"/>
                <a:ext cx="400804" cy="724106"/>
              </a:xfrm>
              <a:custGeom>
                <a:rect b="b" l="l" r="r" t="t"/>
                <a:pathLst>
                  <a:path extrusionOk="0" h="6326" w="2929">
                    <a:moveTo>
                      <a:pt x="1" y="0"/>
                    </a:moveTo>
                    <a:lnTo>
                      <a:pt x="133" y="3157"/>
                    </a:lnTo>
                    <a:lnTo>
                      <a:pt x="1" y="6326"/>
                    </a:lnTo>
                    <a:lnTo>
                      <a:pt x="2929" y="6326"/>
                    </a:lnTo>
                    <a:lnTo>
                      <a:pt x="2796" y="3157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9" name="Google Shape;1759;p30"/>
              <p:cNvSpPr/>
              <p:nvPr/>
            </p:nvSpPr>
            <p:spPr>
              <a:xfrm>
                <a:off x="1956755" y="2240509"/>
                <a:ext cx="724106" cy="403829"/>
              </a:xfrm>
              <a:custGeom>
                <a:rect b="b" l="l" r="r" t="t"/>
                <a:pathLst>
                  <a:path extrusionOk="0" h="2929" w="6326">
                    <a:moveTo>
                      <a:pt x="0" y="1"/>
                    </a:moveTo>
                    <a:lnTo>
                      <a:pt x="0" y="2929"/>
                    </a:lnTo>
                    <a:lnTo>
                      <a:pt x="3157" y="2796"/>
                    </a:lnTo>
                    <a:lnTo>
                      <a:pt x="6326" y="2929"/>
                    </a:lnTo>
                    <a:lnTo>
                      <a:pt x="6326" y="1"/>
                    </a:lnTo>
                    <a:lnTo>
                      <a:pt x="3157" y="1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60" name="Google Shape;1760;p30"/>
            <p:cNvSpPr/>
            <p:nvPr/>
          </p:nvSpPr>
          <p:spPr>
            <a:xfrm>
              <a:off x="8316010" y="2209691"/>
              <a:ext cx="335268" cy="724106"/>
            </a:xfrm>
            <a:custGeom>
              <a:rect b="b" l="l" r="r" t="t"/>
              <a:pathLst>
                <a:path extrusionOk="0" h="6326" w="2929">
                  <a:moveTo>
                    <a:pt x="1" y="0"/>
                  </a:moveTo>
                  <a:lnTo>
                    <a:pt x="133" y="3157"/>
                  </a:lnTo>
                  <a:lnTo>
                    <a:pt x="1" y="6326"/>
                  </a:lnTo>
                  <a:lnTo>
                    <a:pt x="2929" y="6326"/>
                  </a:lnTo>
                  <a:lnTo>
                    <a:pt x="2796" y="3157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30"/>
            <p:cNvSpPr/>
            <p:nvPr/>
          </p:nvSpPr>
          <p:spPr>
            <a:xfrm>
              <a:off x="8121649" y="2404052"/>
              <a:ext cx="724106" cy="335268"/>
            </a:xfrm>
            <a:custGeom>
              <a:rect b="b" l="l" r="r" t="t"/>
              <a:pathLst>
                <a:path extrusionOk="0" h="2929" w="6326">
                  <a:moveTo>
                    <a:pt x="0" y="1"/>
                  </a:moveTo>
                  <a:lnTo>
                    <a:pt x="0" y="2929"/>
                  </a:lnTo>
                  <a:lnTo>
                    <a:pt x="3157" y="2796"/>
                  </a:lnTo>
                  <a:lnTo>
                    <a:pt x="6326" y="2929"/>
                  </a:lnTo>
                  <a:lnTo>
                    <a:pt x="6326" y="1"/>
                  </a:lnTo>
                  <a:lnTo>
                    <a:pt x="3157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30">
              <a:hlinkClick action="ppaction://hlinkshowjump?jump=nextslide"/>
            </p:cNvPr>
            <p:cNvSpPr/>
            <p:nvPr/>
          </p:nvSpPr>
          <p:spPr>
            <a:xfrm>
              <a:off x="8700842" y="2499287"/>
              <a:ext cx="91114" cy="133924"/>
            </a:xfrm>
            <a:custGeom>
              <a:rect b="b" l="l" r="r" t="t"/>
              <a:pathLst>
                <a:path extrusionOk="0" h="1170" w="796">
                  <a:moveTo>
                    <a:pt x="1" y="0"/>
                  </a:moveTo>
                  <a:lnTo>
                    <a:pt x="1" y="1169"/>
                  </a:lnTo>
                  <a:lnTo>
                    <a:pt x="796" y="5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30">
              <a:hlinkClick action="ppaction://hlinkshowjump?jump=previousslide"/>
            </p:cNvPr>
            <p:cNvSpPr/>
            <p:nvPr/>
          </p:nvSpPr>
          <p:spPr>
            <a:xfrm>
              <a:off x="8179568" y="2499287"/>
              <a:ext cx="92488" cy="133924"/>
            </a:xfrm>
            <a:custGeom>
              <a:rect b="b" l="l" r="r" t="t"/>
              <a:pathLst>
                <a:path extrusionOk="0" h="1170" w="808">
                  <a:moveTo>
                    <a:pt x="807" y="0"/>
                  </a:moveTo>
                  <a:lnTo>
                    <a:pt x="0" y="579"/>
                  </a:lnTo>
                  <a:lnTo>
                    <a:pt x="807" y="1169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30"/>
            <p:cNvSpPr/>
            <p:nvPr/>
          </p:nvSpPr>
          <p:spPr>
            <a:xfrm>
              <a:off x="8416749" y="2504724"/>
              <a:ext cx="133904" cy="133925"/>
            </a:xfrm>
            <a:custGeom>
              <a:rect b="b" l="l" r="r" t="t"/>
              <a:pathLst>
                <a:path extrusionOk="0" h="1375" w="1375">
                  <a:moveTo>
                    <a:pt x="688" y="1"/>
                  </a:moveTo>
                  <a:cubicBezTo>
                    <a:pt x="314" y="1"/>
                    <a:pt x="1" y="314"/>
                    <a:pt x="1" y="688"/>
                  </a:cubicBezTo>
                  <a:cubicBezTo>
                    <a:pt x="1" y="1073"/>
                    <a:pt x="314" y="1374"/>
                    <a:pt x="688" y="1374"/>
                  </a:cubicBezTo>
                  <a:cubicBezTo>
                    <a:pt x="1073" y="1374"/>
                    <a:pt x="1374" y="1073"/>
                    <a:pt x="1374" y="688"/>
                  </a:cubicBezTo>
                  <a:cubicBezTo>
                    <a:pt x="1374" y="314"/>
                    <a:pt x="1073" y="1"/>
                    <a:pt x="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65" name="Google Shape;1765;p30"/>
            <p:cNvGrpSpPr/>
            <p:nvPr/>
          </p:nvGrpSpPr>
          <p:grpSpPr>
            <a:xfrm>
              <a:off x="8411245" y="2263375"/>
              <a:ext cx="133810" cy="611129"/>
              <a:chOff x="2246360" y="2134049"/>
              <a:chExt cx="133810" cy="611129"/>
            </a:xfrm>
          </p:grpSpPr>
          <p:sp>
            <p:nvSpPr>
              <p:cNvPr id="1766" name="Google Shape;1766;p30"/>
              <p:cNvSpPr/>
              <p:nvPr/>
            </p:nvSpPr>
            <p:spPr>
              <a:xfrm>
                <a:off x="2246360" y="2134049"/>
                <a:ext cx="133810" cy="91229"/>
              </a:xfrm>
              <a:custGeom>
                <a:rect b="b" l="l" r="r" t="t"/>
                <a:pathLst>
                  <a:path extrusionOk="0" h="797" w="1169">
                    <a:moveTo>
                      <a:pt x="579" y="1"/>
                    </a:moveTo>
                    <a:lnTo>
                      <a:pt x="0" y="796"/>
                    </a:lnTo>
                    <a:lnTo>
                      <a:pt x="1169" y="796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7" name="Google Shape;1767;p30"/>
              <p:cNvSpPr/>
              <p:nvPr/>
            </p:nvSpPr>
            <p:spPr>
              <a:xfrm>
                <a:off x="2246360" y="2654063"/>
                <a:ext cx="133810" cy="91114"/>
              </a:xfrm>
              <a:custGeom>
                <a:rect b="b" l="l" r="r" t="t"/>
                <a:pathLst>
                  <a:path extrusionOk="0" h="796" w="1169">
                    <a:moveTo>
                      <a:pt x="0" y="0"/>
                    </a:moveTo>
                    <a:lnTo>
                      <a:pt x="579" y="796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768" name="Google Shape;1768;p30" title="social_media_image.jpg"/>
          <p:cNvPicPr preferRelativeResize="0"/>
          <p:nvPr/>
        </p:nvPicPr>
        <p:blipFill rotWithShape="1">
          <a:blip r:embed="rId11">
            <a:alphaModFix/>
          </a:blip>
          <a:srcRect b="0" l="8541" r="10878" t="0"/>
          <a:stretch/>
        </p:blipFill>
        <p:spPr>
          <a:xfrm>
            <a:off x="851500" y="1589025"/>
            <a:ext cx="2980200" cy="2080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p31"/>
          <p:cNvSpPr/>
          <p:nvPr/>
        </p:nvSpPr>
        <p:spPr>
          <a:xfrm>
            <a:off x="6091420" y="2264181"/>
            <a:ext cx="807300" cy="807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4" name="Google Shape;1774;p31"/>
          <p:cNvSpPr/>
          <p:nvPr/>
        </p:nvSpPr>
        <p:spPr>
          <a:xfrm>
            <a:off x="2682575" y="2264181"/>
            <a:ext cx="807300" cy="807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5" name="Google Shape;1775;p31"/>
          <p:cNvSpPr/>
          <p:nvPr/>
        </p:nvSpPr>
        <p:spPr>
          <a:xfrm>
            <a:off x="4386998" y="2264181"/>
            <a:ext cx="807300" cy="807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31"/>
          <p:cNvSpPr txBox="1"/>
          <p:nvPr>
            <p:ph idx="1" type="subTitle"/>
          </p:nvPr>
        </p:nvSpPr>
        <p:spPr>
          <a:xfrm>
            <a:off x="2357975" y="3221916"/>
            <a:ext cx="14565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1ST</a:t>
            </a:r>
            <a:endParaRPr/>
          </a:p>
        </p:txBody>
      </p:sp>
      <p:sp>
        <p:nvSpPr>
          <p:cNvPr id="1777" name="Google Shape;1777;p31"/>
          <p:cNvSpPr txBox="1"/>
          <p:nvPr>
            <p:ph idx="2" type="subTitle"/>
          </p:nvPr>
        </p:nvSpPr>
        <p:spPr>
          <a:xfrm>
            <a:off x="2357975" y="3713851"/>
            <a:ext cx="1456500" cy="8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Missed secondary genres</a:t>
            </a:r>
            <a:endParaRPr b="1"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778" name="Google Shape;1778;p31"/>
          <p:cNvSpPr txBox="1"/>
          <p:nvPr>
            <p:ph idx="3" type="subTitle"/>
          </p:nvPr>
        </p:nvSpPr>
        <p:spPr>
          <a:xfrm>
            <a:off x="4062398" y="3221916"/>
            <a:ext cx="14565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2ND</a:t>
            </a:r>
            <a:endParaRPr/>
          </a:p>
        </p:txBody>
      </p:sp>
      <p:sp>
        <p:nvSpPr>
          <p:cNvPr id="1779" name="Google Shape;1779;p31"/>
          <p:cNvSpPr txBox="1"/>
          <p:nvPr>
            <p:ph idx="4" type="subTitle"/>
          </p:nvPr>
        </p:nvSpPr>
        <p:spPr>
          <a:xfrm>
            <a:off x="4062398" y="3713851"/>
            <a:ext cx="1456500" cy="8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Inconsistent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tagging across teams</a:t>
            </a:r>
            <a:endParaRPr b="1"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780" name="Google Shape;1780;p31"/>
          <p:cNvSpPr txBox="1"/>
          <p:nvPr>
            <p:ph idx="5" type="subTitle"/>
          </p:nvPr>
        </p:nvSpPr>
        <p:spPr>
          <a:xfrm>
            <a:off x="5766820" y="3221916"/>
            <a:ext cx="14565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3RD</a:t>
            </a:r>
            <a:endParaRPr/>
          </a:p>
        </p:txBody>
      </p:sp>
      <p:sp>
        <p:nvSpPr>
          <p:cNvPr id="1781" name="Google Shape;1781;p31"/>
          <p:cNvSpPr txBox="1"/>
          <p:nvPr>
            <p:ph idx="6" type="subTitle"/>
          </p:nvPr>
        </p:nvSpPr>
        <p:spPr>
          <a:xfrm>
            <a:off x="5766820" y="3713851"/>
            <a:ext cx="1456500" cy="8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Delayed Launched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2" name="Google Shape;1782;p31"/>
          <p:cNvSpPr txBox="1"/>
          <p:nvPr>
            <p:ph type="title"/>
          </p:nvPr>
        </p:nvSpPr>
        <p:spPr>
          <a:xfrm>
            <a:off x="756075" y="770075"/>
            <a:ext cx="65697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Problem</a:t>
            </a:r>
            <a:endParaRPr/>
          </a:p>
        </p:txBody>
      </p:sp>
      <p:grpSp>
        <p:nvGrpSpPr>
          <p:cNvPr id="1783" name="Google Shape;1783;p31"/>
          <p:cNvGrpSpPr/>
          <p:nvPr/>
        </p:nvGrpSpPr>
        <p:grpSpPr>
          <a:xfrm>
            <a:off x="8280450" y="1473987"/>
            <a:ext cx="406500" cy="322800"/>
            <a:chOff x="8280450" y="1473987"/>
            <a:chExt cx="406500" cy="322800"/>
          </a:xfrm>
        </p:grpSpPr>
        <p:sp>
          <p:nvSpPr>
            <p:cNvPr id="1784" name="Google Shape;1784;p31">
              <a:hlinkClick action="ppaction://hlinksldjump" r:id="rId3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31">
              <a:hlinkClick action="ppaction://hlinksldjump" r:id="rId4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31">
              <a:hlinkClick action="ppaction://hlinksldjump" r:id="rId5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31">
              <a:hlinkClick action="ppaction://hlinksldjump" r:id="rId6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8" name="Google Shape;1788;p31"/>
          <p:cNvGrpSpPr/>
          <p:nvPr/>
        </p:nvGrpSpPr>
        <p:grpSpPr>
          <a:xfrm>
            <a:off x="8280450" y="3346713"/>
            <a:ext cx="406500" cy="322800"/>
            <a:chOff x="8280450" y="1473987"/>
            <a:chExt cx="406500" cy="322800"/>
          </a:xfrm>
        </p:grpSpPr>
        <p:sp>
          <p:nvSpPr>
            <p:cNvPr id="1789" name="Google Shape;1789;p31">
              <a:hlinkClick action="ppaction://hlinksldjump" r:id="rId7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31">
              <a:hlinkClick action="ppaction://hlinksldjump" r:id="rId8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31">
              <a:hlinkClick action="ppaction://hlinksldjump" r:id="rId9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31">
              <a:hlinkClick action="ppaction://hlinksldjump" r:id="rId10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3" name="Google Shape;1793;p31"/>
          <p:cNvGrpSpPr/>
          <p:nvPr/>
        </p:nvGrpSpPr>
        <p:grpSpPr>
          <a:xfrm>
            <a:off x="8065601" y="2153651"/>
            <a:ext cx="836197" cy="836197"/>
            <a:chOff x="8065601" y="2153651"/>
            <a:chExt cx="836197" cy="836197"/>
          </a:xfrm>
        </p:grpSpPr>
        <p:grpSp>
          <p:nvGrpSpPr>
            <p:cNvPr id="1794" name="Google Shape;1794;p31"/>
            <p:cNvGrpSpPr/>
            <p:nvPr/>
          </p:nvGrpSpPr>
          <p:grpSpPr>
            <a:xfrm>
              <a:off x="8065601" y="2153651"/>
              <a:ext cx="836197" cy="836197"/>
              <a:chOff x="1956755" y="2080370"/>
              <a:chExt cx="724106" cy="724106"/>
            </a:xfrm>
          </p:grpSpPr>
          <p:sp>
            <p:nvSpPr>
              <p:cNvPr id="1795" name="Google Shape;1795;p31"/>
              <p:cNvSpPr/>
              <p:nvPr/>
            </p:nvSpPr>
            <p:spPr>
              <a:xfrm>
                <a:off x="2118414" y="2080370"/>
                <a:ext cx="400804" cy="724106"/>
              </a:xfrm>
              <a:custGeom>
                <a:rect b="b" l="l" r="r" t="t"/>
                <a:pathLst>
                  <a:path extrusionOk="0" h="6326" w="2929">
                    <a:moveTo>
                      <a:pt x="1" y="0"/>
                    </a:moveTo>
                    <a:lnTo>
                      <a:pt x="133" y="3157"/>
                    </a:lnTo>
                    <a:lnTo>
                      <a:pt x="1" y="6326"/>
                    </a:lnTo>
                    <a:lnTo>
                      <a:pt x="2929" y="6326"/>
                    </a:lnTo>
                    <a:lnTo>
                      <a:pt x="2796" y="3157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6" name="Google Shape;1796;p31"/>
              <p:cNvSpPr/>
              <p:nvPr/>
            </p:nvSpPr>
            <p:spPr>
              <a:xfrm>
                <a:off x="1956755" y="2240509"/>
                <a:ext cx="724106" cy="403829"/>
              </a:xfrm>
              <a:custGeom>
                <a:rect b="b" l="l" r="r" t="t"/>
                <a:pathLst>
                  <a:path extrusionOk="0" h="2929" w="6326">
                    <a:moveTo>
                      <a:pt x="0" y="1"/>
                    </a:moveTo>
                    <a:lnTo>
                      <a:pt x="0" y="2929"/>
                    </a:lnTo>
                    <a:lnTo>
                      <a:pt x="3157" y="2796"/>
                    </a:lnTo>
                    <a:lnTo>
                      <a:pt x="6326" y="2929"/>
                    </a:lnTo>
                    <a:lnTo>
                      <a:pt x="6326" y="1"/>
                    </a:lnTo>
                    <a:lnTo>
                      <a:pt x="3157" y="1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97" name="Google Shape;1797;p31"/>
            <p:cNvSpPr/>
            <p:nvPr/>
          </p:nvSpPr>
          <p:spPr>
            <a:xfrm>
              <a:off x="8316010" y="2209691"/>
              <a:ext cx="335268" cy="724106"/>
            </a:xfrm>
            <a:custGeom>
              <a:rect b="b" l="l" r="r" t="t"/>
              <a:pathLst>
                <a:path extrusionOk="0" h="6326" w="2929">
                  <a:moveTo>
                    <a:pt x="1" y="0"/>
                  </a:moveTo>
                  <a:lnTo>
                    <a:pt x="133" y="3157"/>
                  </a:lnTo>
                  <a:lnTo>
                    <a:pt x="1" y="6326"/>
                  </a:lnTo>
                  <a:lnTo>
                    <a:pt x="2929" y="6326"/>
                  </a:lnTo>
                  <a:lnTo>
                    <a:pt x="2796" y="3157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31"/>
            <p:cNvSpPr/>
            <p:nvPr/>
          </p:nvSpPr>
          <p:spPr>
            <a:xfrm>
              <a:off x="8121649" y="2404052"/>
              <a:ext cx="724106" cy="335268"/>
            </a:xfrm>
            <a:custGeom>
              <a:rect b="b" l="l" r="r" t="t"/>
              <a:pathLst>
                <a:path extrusionOk="0" h="2929" w="6326">
                  <a:moveTo>
                    <a:pt x="0" y="1"/>
                  </a:moveTo>
                  <a:lnTo>
                    <a:pt x="0" y="2929"/>
                  </a:lnTo>
                  <a:lnTo>
                    <a:pt x="3157" y="2796"/>
                  </a:lnTo>
                  <a:lnTo>
                    <a:pt x="6326" y="2929"/>
                  </a:lnTo>
                  <a:lnTo>
                    <a:pt x="6326" y="1"/>
                  </a:lnTo>
                  <a:lnTo>
                    <a:pt x="3157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31">
              <a:hlinkClick action="ppaction://hlinkshowjump?jump=nextslide"/>
            </p:cNvPr>
            <p:cNvSpPr/>
            <p:nvPr/>
          </p:nvSpPr>
          <p:spPr>
            <a:xfrm>
              <a:off x="8700842" y="2499287"/>
              <a:ext cx="91114" cy="133924"/>
            </a:xfrm>
            <a:custGeom>
              <a:rect b="b" l="l" r="r" t="t"/>
              <a:pathLst>
                <a:path extrusionOk="0" h="1170" w="796">
                  <a:moveTo>
                    <a:pt x="1" y="0"/>
                  </a:moveTo>
                  <a:lnTo>
                    <a:pt x="1" y="1169"/>
                  </a:lnTo>
                  <a:lnTo>
                    <a:pt x="796" y="5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31">
              <a:hlinkClick action="ppaction://hlinkshowjump?jump=previousslide"/>
            </p:cNvPr>
            <p:cNvSpPr/>
            <p:nvPr/>
          </p:nvSpPr>
          <p:spPr>
            <a:xfrm>
              <a:off x="8179568" y="2499287"/>
              <a:ext cx="92488" cy="133924"/>
            </a:xfrm>
            <a:custGeom>
              <a:rect b="b" l="l" r="r" t="t"/>
              <a:pathLst>
                <a:path extrusionOk="0" h="1170" w="808">
                  <a:moveTo>
                    <a:pt x="807" y="0"/>
                  </a:moveTo>
                  <a:lnTo>
                    <a:pt x="0" y="579"/>
                  </a:lnTo>
                  <a:lnTo>
                    <a:pt x="807" y="1169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31"/>
            <p:cNvSpPr/>
            <p:nvPr/>
          </p:nvSpPr>
          <p:spPr>
            <a:xfrm>
              <a:off x="8416749" y="2504724"/>
              <a:ext cx="133904" cy="133925"/>
            </a:xfrm>
            <a:custGeom>
              <a:rect b="b" l="l" r="r" t="t"/>
              <a:pathLst>
                <a:path extrusionOk="0" h="1375" w="1375">
                  <a:moveTo>
                    <a:pt x="688" y="1"/>
                  </a:moveTo>
                  <a:cubicBezTo>
                    <a:pt x="314" y="1"/>
                    <a:pt x="1" y="314"/>
                    <a:pt x="1" y="688"/>
                  </a:cubicBezTo>
                  <a:cubicBezTo>
                    <a:pt x="1" y="1073"/>
                    <a:pt x="314" y="1374"/>
                    <a:pt x="688" y="1374"/>
                  </a:cubicBezTo>
                  <a:cubicBezTo>
                    <a:pt x="1073" y="1374"/>
                    <a:pt x="1374" y="1073"/>
                    <a:pt x="1374" y="688"/>
                  </a:cubicBezTo>
                  <a:cubicBezTo>
                    <a:pt x="1374" y="314"/>
                    <a:pt x="1073" y="1"/>
                    <a:pt x="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02" name="Google Shape;1802;p31"/>
            <p:cNvGrpSpPr/>
            <p:nvPr/>
          </p:nvGrpSpPr>
          <p:grpSpPr>
            <a:xfrm>
              <a:off x="8411245" y="2263375"/>
              <a:ext cx="133810" cy="611129"/>
              <a:chOff x="2246360" y="2134049"/>
              <a:chExt cx="133810" cy="611129"/>
            </a:xfrm>
          </p:grpSpPr>
          <p:sp>
            <p:nvSpPr>
              <p:cNvPr id="1803" name="Google Shape;1803;p31"/>
              <p:cNvSpPr/>
              <p:nvPr/>
            </p:nvSpPr>
            <p:spPr>
              <a:xfrm>
                <a:off x="2246360" y="2134049"/>
                <a:ext cx="133810" cy="91229"/>
              </a:xfrm>
              <a:custGeom>
                <a:rect b="b" l="l" r="r" t="t"/>
                <a:pathLst>
                  <a:path extrusionOk="0" h="797" w="1169">
                    <a:moveTo>
                      <a:pt x="579" y="1"/>
                    </a:moveTo>
                    <a:lnTo>
                      <a:pt x="0" y="796"/>
                    </a:lnTo>
                    <a:lnTo>
                      <a:pt x="1169" y="796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4" name="Google Shape;1804;p31"/>
              <p:cNvSpPr/>
              <p:nvPr/>
            </p:nvSpPr>
            <p:spPr>
              <a:xfrm>
                <a:off x="2246360" y="2654063"/>
                <a:ext cx="133810" cy="91114"/>
              </a:xfrm>
              <a:custGeom>
                <a:rect b="b" l="l" r="r" t="t"/>
                <a:pathLst>
                  <a:path extrusionOk="0" h="796" w="1169">
                    <a:moveTo>
                      <a:pt x="0" y="0"/>
                    </a:moveTo>
                    <a:lnTo>
                      <a:pt x="579" y="796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05" name="Google Shape;1805;p31"/>
          <p:cNvGrpSpPr/>
          <p:nvPr/>
        </p:nvGrpSpPr>
        <p:grpSpPr>
          <a:xfrm>
            <a:off x="4613492" y="2491134"/>
            <a:ext cx="354311" cy="353394"/>
            <a:chOff x="-48629225" y="3938500"/>
            <a:chExt cx="299300" cy="298525"/>
          </a:xfrm>
        </p:grpSpPr>
        <p:sp>
          <p:nvSpPr>
            <p:cNvPr id="1806" name="Google Shape;1806;p31"/>
            <p:cNvSpPr/>
            <p:nvPr/>
          </p:nvSpPr>
          <p:spPr>
            <a:xfrm>
              <a:off x="-48629225" y="3938500"/>
              <a:ext cx="299300" cy="298525"/>
            </a:xfrm>
            <a:custGeom>
              <a:rect b="b" l="l" r="r" t="t"/>
              <a:pathLst>
                <a:path extrusionOk="0" h="11941" w="11972">
                  <a:moveTo>
                    <a:pt x="5955" y="2111"/>
                  </a:moveTo>
                  <a:cubicBezTo>
                    <a:pt x="8097" y="2111"/>
                    <a:pt x="9830" y="3844"/>
                    <a:pt x="9830" y="5986"/>
                  </a:cubicBezTo>
                  <a:cubicBezTo>
                    <a:pt x="9798" y="8129"/>
                    <a:pt x="8066" y="9830"/>
                    <a:pt x="5955" y="9830"/>
                  </a:cubicBezTo>
                  <a:cubicBezTo>
                    <a:pt x="3875" y="9830"/>
                    <a:pt x="2080" y="8129"/>
                    <a:pt x="2080" y="5986"/>
                  </a:cubicBezTo>
                  <a:cubicBezTo>
                    <a:pt x="2080" y="3844"/>
                    <a:pt x="3812" y="2111"/>
                    <a:pt x="5955" y="2111"/>
                  </a:cubicBezTo>
                  <a:close/>
                  <a:moveTo>
                    <a:pt x="5293" y="0"/>
                  </a:moveTo>
                  <a:cubicBezTo>
                    <a:pt x="5167" y="0"/>
                    <a:pt x="5041" y="63"/>
                    <a:pt x="4978" y="189"/>
                  </a:cubicBezTo>
                  <a:lnTo>
                    <a:pt x="4631" y="882"/>
                  </a:lnTo>
                  <a:cubicBezTo>
                    <a:pt x="4190" y="1009"/>
                    <a:pt x="3749" y="1166"/>
                    <a:pt x="3371" y="1418"/>
                  </a:cubicBezTo>
                  <a:lnTo>
                    <a:pt x="2615" y="1166"/>
                  </a:lnTo>
                  <a:cubicBezTo>
                    <a:pt x="2584" y="1158"/>
                    <a:pt x="2550" y="1154"/>
                    <a:pt x="2517" y="1154"/>
                  </a:cubicBezTo>
                  <a:cubicBezTo>
                    <a:pt x="2416" y="1154"/>
                    <a:pt x="2316" y="1190"/>
                    <a:pt x="2269" y="1261"/>
                  </a:cubicBezTo>
                  <a:lnTo>
                    <a:pt x="1260" y="2237"/>
                  </a:lnTo>
                  <a:cubicBezTo>
                    <a:pt x="1197" y="2300"/>
                    <a:pt x="1166" y="2458"/>
                    <a:pt x="1197" y="2584"/>
                  </a:cubicBezTo>
                  <a:lnTo>
                    <a:pt x="1418" y="3340"/>
                  </a:lnTo>
                  <a:cubicBezTo>
                    <a:pt x="1197" y="3718"/>
                    <a:pt x="1040" y="4159"/>
                    <a:pt x="914" y="4600"/>
                  </a:cubicBezTo>
                  <a:lnTo>
                    <a:pt x="221" y="4947"/>
                  </a:lnTo>
                  <a:cubicBezTo>
                    <a:pt x="95" y="5010"/>
                    <a:pt x="0" y="5136"/>
                    <a:pt x="0" y="5262"/>
                  </a:cubicBezTo>
                  <a:lnTo>
                    <a:pt x="0" y="6679"/>
                  </a:lnTo>
                  <a:cubicBezTo>
                    <a:pt x="0" y="6805"/>
                    <a:pt x="95" y="6931"/>
                    <a:pt x="221" y="6994"/>
                  </a:cubicBezTo>
                  <a:lnTo>
                    <a:pt x="914" y="7341"/>
                  </a:lnTo>
                  <a:cubicBezTo>
                    <a:pt x="1040" y="7782"/>
                    <a:pt x="1229" y="8223"/>
                    <a:pt x="1418" y="8601"/>
                  </a:cubicBezTo>
                  <a:lnTo>
                    <a:pt x="1197" y="9357"/>
                  </a:lnTo>
                  <a:cubicBezTo>
                    <a:pt x="1166" y="9483"/>
                    <a:pt x="1197" y="9641"/>
                    <a:pt x="1260" y="9704"/>
                  </a:cubicBezTo>
                  <a:lnTo>
                    <a:pt x="2269" y="10680"/>
                  </a:lnTo>
                  <a:cubicBezTo>
                    <a:pt x="2316" y="10751"/>
                    <a:pt x="2416" y="10787"/>
                    <a:pt x="2517" y="10787"/>
                  </a:cubicBezTo>
                  <a:cubicBezTo>
                    <a:pt x="2550" y="10787"/>
                    <a:pt x="2584" y="10783"/>
                    <a:pt x="2615" y="10775"/>
                  </a:cubicBezTo>
                  <a:lnTo>
                    <a:pt x="3371" y="10523"/>
                  </a:lnTo>
                  <a:cubicBezTo>
                    <a:pt x="3749" y="10775"/>
                    <a:pt x="4190" y="10933"/>
                    <a:pt x="4631" y="11059"/>
                  </a:cubicBezTo>
                  <a:lnTo>
                    <a:pt x="4978" y="11752"/>
                  </a:lnTo>
                  <a:cubicBezTo>
                    <a:pt x="5041" y="11878"/>
                    <a:pt x="5167" y="11941"/>
                    <a:pt x="5293" y="11941"/>
                  </a:cubicBezTo>
                  <a:lnTo>
                    <a:pt x="6711" y="11941"/>
                  </a:lnTo>
                  <a:cubicBezTo>
                    <a:pt x="6837" y="11941"/>
                    <a:pt x="6931" y="11878"/>
                    <a:pt x="7026" y="11752"/>
                  </a:cubicBezTo>
                  <a:lnTo>
                    <a:pt x="7372" y="11059"/>
                  </a:lnTo>
                  <a:cubicBezTo>
                    <a:pt x="7813" y="10933"/>
                    <a:pt x="8255" y="10775"/>
                    <a:pt x="8633" y="10523"/>
                  </a:cubicBezTo>
                  <a:lnTo>
                    <a:pt x="9389" y="10775"/>
                  </a:lnTo>
                  <a:cubicBezTo>
                    <a:pt x="9420" y="10783"/>
                    <a:pt x="9452" y="10787"/>
                    <a:pt x="9483" y="10787"/>
                  </a:cubicBezTo>
                  <a:cubicBezTo>
                    <a:pt x="9576" y="10787"/>
                    <a:pt x="9664" y="10751"/>
                    <a:pt x="9735" y="10680"/>
                  </a:cubicBezTo>
                  <a:lnTo>
                    <a:pt x="10712" y="9704"/>
                  </a:lnTo>
                  <a:cubicBezTo>
                    <a:pt x="10806" y="9641"/>
                    <a:pt x="10838" y="9483"/>
                    <a:pt x="10806" y="9357"/>
                  </a:cubicBezTo>
                  <a:lnTo>
                    <a:pt x="10554" y="8601"/>
                  </a:lnTo>
                  <a:cubicBezTo>
                    <a:pt x="10806" y="8223"/>
                    <a:pt x="10964" y="7782"/>
                    <a:pt x="11058" y="7341"/>
                  </a:cubicBezTo>
                  <a:lnTo>
                    <a:pt x="11783" y="6994"/>
                  </a:lnTo>
                  <a:cubicBezTo>
                    <a:pt x="11909" y="6931"/>
                    <a:pt x="11972" y="6805"/>
                    <a:pt x="11972" y="6679"/>
                  </a:cubicBezTo>
                  <a:lnTo>
                    <a:pt x="11972" y="5262"/>
                  </a:lnTo>
                  <a:cubicBezTo>
                    <a:pt x="11972" y="5136"/>
                    <a:pt x="11909" y="5041"/>
                    <a:pt x="11783" y="4947"/>
                  </a:cubicBezTo>
                  <a:lnTo>
                    <a:pt x="11058" y="4600"/>
                  </a:lnTo>
                  <a:cubicBezTo>
                    <a:pt x="10964" y="4159"/>
                    <a:pt x="10743" y="3718"/>
                    <a:pt x="10554" y="3340"/>
                  </a:cubicBezTo>
                  <a:lnTo>
                    <a:pt x="10806" y="2584"/>
                  </a:lnTo>
                  <a:cubicBezTo>
                    <a:pt x="10838" y="2458"/>
                    <a:pt x="10806" y="2300"/>
                    <a:pt x="10712" y="2237"/>
                  </a:cubicBezTo>
                  <a:lnTo>
                    <a:pt x="9735" y="1261"/>
                  </a:lnTo>
                  <a:cubicBezTo>
                    <a:pt x="9664" y="1190"/>
                    <a:pt x="9558" y="1154"/>
                    <a:pt x="9469" y="1154"/>
                  </a:cubicBezTo>
                  <a:cubicBezTo>
                    <a:pt x="9440" y="1154"/>
                    <a:pt x="9412" y="1158"/>
                    <a:pt x="9389" y="1166"/>
                  </a:cubicBezTo>
                  <a:lnTo>
                    <a:pt x="8633" y="1418"/>
                  </a:lnTo>
                  <a:cubicBezTo>
                    <a:pt x="8255" y="1166"/>
                    <a:pt x="7813" y="1009"/>
                    <a:pt x="7372" y="882"/>
                  </a:cubicBezTo>
                  <a:lnTo>
                    <a:pt x="7026" y="189"/>
                  </a:lnTo>
                  <a:cubicBezTo>
                    <a:pt x="6931" y="63"/>
                    <a:pt x="6837" y="0"/>
                    <a:pt x="67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31"/>
            <p:cNvSpPr/>
            <p:nvPr/>
          </p:nvSpPr>
          <p:spPr>
            <a:xfrm>
              <a:off x="-48496900" y="4119650"/>
              <a:ext cx="35450" cy="47275"/>
            </a:xfrm>
            <a:custGeom>
              <a:rect b="b" l="l" r="r" t="t"/>
              <a:pathLst>
                <a:path extrusionOk="0" h="1891" w="1418">
                  <a:moveTo>
                    <a:pt x="0" y="0"/>
                  </a:moveTo>
                  <a:lnTo>
                    <a:pt x="0" y="1796"/>
                  </a:lnTo>
                  <a:cubicBezTo>
                    <a:pt x="221" y="1828"/>
                    <a:pt x="473" y="1891"/>
                    <a:pt x="693" y="1891"/>
                  </a:cubicBezTo>
                  <a:cubicBezTo>
                    <a:pt x="945" y="1891"/>
                    <a:pt x="1166" y="1828"/>
                    <a:pt x="1418" y="1796"/>
                  </a:cubicBezTo>
                  <a:lnTo>
                    <a:pt x="1418" y="0"/>
                  </a:lnTo>
                  <a:cubicBezTo>
                    <a:pt x="1166" y="63"/>
                    <a:pt x="945" y="95"/>
                    <a:pt x="693" y="95"/>
                  </a:cubicBezTo>
                  <a:cubicBezTo>
                    <a:pt x="473" y="95"/>
                    <a:pt x="189" y="63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31"/>
            <p:cNvSpPr/>
            <p:nvPr/>
          </p:nvSpPr>
          <p:spPr>
            <a:xfrm>
              <a:off x="-48495325" y="4073175"/>
              <a:ext cx="29950" cy="31325"/>
            </a:xfrm>
            <a:custGeom>
              <a:rect b="b" l="l" r="r" t="t"/>
              <a:pathLst>
                <a:path extrusionOk="0" h="1253" w="1198">
                  <a:moveTo>
                    <a:pt x="599" y="1"/>
                  </a:moveTo>
                  <a:lnTo>
                    <a:pt x="0" y="1135"/>
                  </a:lnTo>
                  <a:cubicBezTo>
                    <a:pt x="205" y="1214"/>
                    <a:pt x="410" y="1253"/>
                    <a:pt x="610" y="1253"/>
                  </a:cubicBezTo>
                  <a:cubicBezTo>
                    <a:pt x="811" y="1253"/>
                    <a:pt x="1008" y="1214"/>
                    <a:pt x="1197" y="1135"/>
                  </a:cubicBezTo>
                  <a:lnTo>
                    <a:pt x="5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31"/>
            <p:cNvSpPr/>
            <p:nvPr/>
          </p:nvSpPr>
          <p:spPr>
            <a:xfrm>
              <a:off x="-48559125" y="4009375"/>
              <a:ext cx="159900" cy="149675"/>
            </a:xfrm>
            <a:custGeom>
              <a:rect b="b" l="l" r="r" t="t"/>
              <a:pathLst>
                <a:path extrusionOk="0" h="5987" w="6396">
                  <a:moveTo>
                    <a:pt x="3151" y="1"/>
                  </a:moveTo>
                  <a:cubicBezTo>
                    <a:pt x="1418" y="1"/>
                    <a:pt x="0" y="1418"/>
                    <a:pt x="0" y="3151"/>
                  </a:cubicBezTo>
                  <a:cubicBezTo>
                    <a:pt x="0" y="4348"/>
                    <a:pt x="725" y="5420"/>
                    <a:pt x="1764" y="5987"/>
                  </a:cubicBezTo>
                  <a:lnTo>
                    <a:pt x="1764" y="3844"/>
                  </a:lnTo>
                  <a:cubicBezTo>
                    <a:pt x="1764" y="3687"/>
                    <a:pt x="2804" y="1734"/>
                    <a:pt x="2867" y="1608"/>
                  </a:cubicBezTo>
                  <a:cubicBezTo>
                    <a:pt x="2930" y="1482"/>
                    <a:pt x="3064" y="1418"/>
                    <a:pt x="3194" y="1418"/>
                  </a:cubicBezTo>
                  <a:cubicBezTo>
                    <a:pt x="3324" y="1418"/>
                    <a:pt x="3450" y="1482"/>
                    <a:pt x="3497" y="1608"/>
                  </a:cubicBezTo>
                  <a:cubicBezTo>
                    <a:pt x="3592" y="1734"/>
                    <a:pt x="4600" y="3718"/>
                    <a:pt x="4600" y="3844"/>
                  </a:cubicBezTo>
                  <a:lnTo>
                    <a:pt x="4600" y="5987"/>
                  </a:lnTo>
                  <a:cubicBezTo>
                    <a:pt x="5640" y="5451"/>
                    <a:pt x="6396" y="4411"/>
                    <a:pt x="6396" y="3151"/>
                  </a:cubicBezTo>
                  <a:cubicBezTo>
                    <a:pt x="6333" y="1418"/>
                    <a:pt x="4915" y="1"/>
                    <a:pt x="3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10" name="Google Shape;1810;p31"/>
          <p:cNvGrpSpPr/>
          <p:nvPr/>
        </p:nvGrpSpPr>
        <p:grpSpPr>
          <a:xfrm>
            <a:off x="2908581" y="2511643"/>
            <a:ext cx="355288" cy="312375"/>
            <a:chOff x="-46779900" y="3588000"/>
            <a:chExt cx="300125" cy="263875"/>
          </a:xfrm>
        </p:grpSpPr>
        <p:sp>
          <p:nvSpPr>
            <p:cNvPr id="1811" name="Google Shape;1811;p31"/>
            <p:cNvSpPr/>
            <p:nvPr/>
          </p:nvSpPr>
          <p:spPr>
            <a:xfrm>
              <a:off x="-46746025" y="3588000"/>
              <a:ext cx="230800" cy="263875"/>
            </a:xfrm>
            <a:custGeom>
              <a:rect b="b" l="l" r="r" t="t"/>
              <a:pathLst>
                <a:path extrusionOk="0" h="10555" w="9232">
                  <a:moveTo>
                    <a:pt x="4632" y="1"/>
                  </a:moveTo>
                  <a:cubicBezTo>
                    <a:pt x="3309" y="1"/>
                    <a:pt x="2017" y="442"/>
                    <a:pt x="1040" y="1355"/>
                  </a:cubicBezTo>
                  <a:cubicBezTo>
                    <a:pt x="694" y="1670"/>
                    <a:pt x="599" y="2206"/>
                    <a:pt x="851" y="2679"/>
                  </a:cubicBezTo>
                  <a:cubicBezTo>
                    <a:pt x="284" y="3403"/>
                    <a:pt x="1" y="4317"/>
                    <a:pt x="1" y="5262"/>
                  </a:cubicBezTo>
                  <a:lnTo>
                    <a:pt x="1" y="9484"/>
                  </a:lnTo>
                  <a:cubicBezTo>
                    <a:pt x="1" y="10082"/>
                    <a:pt x="473" y="10555"/>
                    <a:pt x="1072" y="10555"/>
                  </a:cubicBezTo>
                  <a:cubicBezTo>
                    <a:pt x="1670" y="10555"/>
                    <a:pt x="2143" y="10082"/>
                    <a:pt x="2143" y="9484"/>
                  </a:cubicBezTo>
                  <a:lnTo>
                    <a:pt x="2143" y="6680"/>
                  </a:lnTo>
                  <a:cubicBezTo>
                    <a:pt x="2143" y="6081"/>
                    <a:pt x="1670" y="5609"/>
                    <a:pt x="1072" y="5609"/>
                  </a:cubicBezTo>
                  <a:cubicBezTo>
                    <a:pt x="946" y="5609"/>
                    <a:pt x="851" y="5672"/>
                    <a:pt x="725" y="5703"/>
                  </a:cubicBezTo>
                  <a:lnTo>
                    <a:pt x="725" y="5262"/>
                  </a:lnTo>
                  <a:cubicBezTo>
                    <a:pt x="725" y="4474"/>
                    <a:pt x="946" y="3750"/>
                    <a:pt x="1387" y="3151"/>
                  </a:cubicBezTo>
                  <a:cubicBezTo>
                    <a:pt x="1499" y="3182"/>
                    <a:pt x="1620" y="3199"/>
                    <a:pt x="1745" y="3199"/>
                  </a:cubicBezTo>
                  <a:cubicBezTo>
                    <a:pt x="2005" y="3199"/>
                    <a:pt x="2276" y="3123"/>
                    <a:pt x="2489" y="2931"/>
                  </a:cubicBezTo>
                  <a:cubicBezTo>
                    <a:pt x="3057" y="2427"/>
                    <a:pt x="3836" y="2175"/>
                    <a:pt x="4616" y="2175"/>
                  </a:cubicBezTo>
                  <a:cubicBezTo>
                    <a:pt x="5396" y="2175"/>
                    <a:pt x="6176" y="2427"/>
                    <a:pt x="6743" y="2931"/>
                  </a:cubicBezTo>
                  <a:cubicBezTo>
                    <a:pt x="6942" y="3107"/>
                    <a:pt x="7187" y="3207"/>
                    <a:pt x="7468" y="3207"/>
                  </a:cubicBezTo>
                  <a:cubicBezTo>
                    <a:pt x="7588" y="3207"/>
                    <a:pt x="7714" y="3189"/>
                    <a:pt x="7845" y="3151"/>
                  </a:cubicBezTo>
                  <a:cubicBezTo>
                    <a:pt x="8286" y="3781"/>
                    <a:pt x="8507" y="4506"/>
                    <a:pt x="8507" y="5262"/>
                  </a:cubicBezTo>
                  <a:lnTo>
                    <a:pt x="8507" y="5703"/>
                  </a:lnTo>
                  <a:cubicBezTo>
                    <a:pt x="8412" y="5640"/>
                    <a:pt x="8286" y="5609"/>
                    <a:pt x="8160" y="5609"/>
                  </a:cubicBezTo>
                  <a:cubicBezTo>
                    <a:pt x="7562" y="5609"/>
                    <a:pt x="7089" y="6081"/>
                    <a:pt x="7089" y="6680"/>
                  </a:cubicBezTo>
                  <a:lnTo>
                    <a:pt x="7089" y="9484"/>
                  </a:lnTo>
                  <a:cubicBezTo>
                    <a:pt x="7089" y="10082"/>
                    <a:pt x="7562" y="10555"/>
                    <a:pt x="8160" y="10555"/>
                  </a:cubicBezTo>
                  <a:cubicBezTo>
                    <a:pt x="8759" y="10555"/>
                    <a:pt x="9232" y="10082"/>
                    <a:pt x="9232" y="9484"/>
                  </a:cubicBezTo>
                  <a:lnTo>
                    <a:pt x="9232" y="5262"/>
                  </a:lnTo>
                  <a:cubicBezTo>
                    <a:pt x="9232" y="4317"/>
                    <a:pt x="8948" y="3466"/>
                    <a:pt x="8412" y="2679"/>
                  </a:cubicBezTo>
                  <a:cubicBezTo>
                    <a:pt x="8664" y="2206"/>
                    <a:pt x="8570" y="1670"/>
                    <a:pt x="8223" y="1355"/>
                  </a:cubicBezTo>
                  <a:cubicBezTo>
                    <a:pt x="7215" y="442"/>
                    <a:pt x="5955" y="1"/>
                    <a:pt x="46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31"/>
            <p:cNvSpPr/>
            <p:nvPr/>
          </p:nvSpPr>
          <p:spPr>
            <a:xfrm>
              <a:off x="-46674350" y="3710075"/>
              <a:ext cx="91400" cy="122900"/>
            </a:xfrm>
            <a:custGeom>
              <a:rect b="b" l="l" r="r" t="t"/>
              <a:pathLst>
                <a:path extrusionOk="0" h="4916" w="3656">
                  <a:moveTo>
                    <a:pt x="1765" y="1"/>
                  </a:moveTo>
                  <a:cubicBezTo>
                    <a:pt x="1544" y="1"/>
                    <a:pt x="1418" y="158"/>
                    <a:pt x="1418" y="348"/>
                  </a:cubicBezTo>
                  <a:lnTo>
                    <a:pt x="1418" y="2868"/>
                  </a:lnTo>
                  <a:cubicBezTo>
                    <a:pt x="1292" y="2805"/>
                    <a:pt x="1166" y="2773"/>
                    <a:pt x="1040" y="2773"/>
                  </a:cubicBezTo>
                  <a:cubicBezTo>
                    <a:pt x="473" y="2773"/>
                    <a:pt x="1" y="3246"/>
                    <a:pt x="1" y="3845"/>
                  </a:cubicBezTo>
                  <a:cubicBezTo>
                    <a:pt x="1" y="4443"/>
                    <a:pt x="473" y="4916"/>
                    <a:pt x="1040" y="4916"/>
                  </a:cubicBezTo>
                  <a:cubicBezTo>
                    <a:pt x="1639" y="4916"/>
                    <a:pt x="2111" y="4443"/>
                    <a:pt x="2111" y="3845"/>
                  </a:cubicBezTo>
                  <a:lnTo>
                    <a:pt x="2111" y="1450"/>
                  </a:lnTo>
                  <a:cubicBezTo>
                    <a:pt x="2363" y="1513"/>
                    <a:pt x="2521" y="1639"/>
                    <a:pt x="2584" y="1797"/>
                  </a:cubicBezTo>
                  <a:cubicBezTo>
                    <a:pt x="2868" y="2112"/>
                    <a:pt x="2931" y="2584"/>
                    <a:pt x="2836" y="3057"/>
                  </a:cubicBezTo>
                  <a:cubicBezTo>
                    <a:pt x="2773" y="3246"/>
                    <a:pt x="2899" y="3435"/>
                    <a:pt x="3057" y="3498"/>
                  </a:cubicBezTo>
                  <a:lnTo>
                    <a:pt x="3151" y="3498"/>
                  </a:lnTo>
                  <a:cubicBezTo>
                    <a:pt x="3309" y="3498"/>
                    <a:pt x="3466" y="3372"/>
                    <a:pt x="3498" y="3214"/>
                  </a:cubicBezTo>
                  <a:cubicBezTo>
                    <a:pt x="3655" y="2553"/>
                    <a:pt x="3529" y="1828"/>
                    <a:pt x="3151" y="1324"/>
                  </a:cubicBezTo>
                  <a:cubicBezTo>
                    <a:pt x="2899" y="1041"/>
                    <a:pt x="2552" y="820"/>
                    <a:pt x="2111" y="726"/>
                  </a:cubicBezTo>
                  <a:lnTo>
                    <a:pt x="2111" y="348"/>
                  </a:lnTo>
                  <a:cubicBezTo>
                    <a:pt x="2111" y="158"/>
                    <a:pt x="1954" y="1"/>
                    <a:pt x="17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31"/>
            <p:cNvSpPr/>
            <p:nvPr/>
          </p:nvSpPr>
          <p:spPr>
            <a:xfrm>
              <a:off x="-46779900" y="3754200"/>
              <a:ext cx="17350" cy="70125"/>
            </a:xfrm>
            <a:custGeom>
              <a:rect b="b" l="l" r="r" t="t"/>
              <a:pathLst>
                <a:path extrusionOk="0" h="2805" w="694">
                  <a:moveTo>
                    <a:pt x="694" y="0"/>
                  </a:moveTo>
                  <a:cubicBezTo>
                    <a:pt x="253" y="347"/>
                    <a:pt x="1" y="819"/>
                    <a:pt x="1" y="1418"/>
                  </a:cubicBezTo>
                  <a:cubicBezTo>
                    <a:pt x="1" y="2017"/>
                    <a:pt x="253" y="2458"/>
                    <a:pt x="694" y="2804"/>
                  </a:cubicBezTo>
                  <a:lnTo>
                    <a:pt x="6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31"/>
            <p:cNvSpPr/>
            <p:nvPr/>
          </p:nvSpPr>
          <p:spPr>
            <a:xfrm>
              <a:off x="-46497925" y="3754200"/>
              <a:ext cx="18150" cy="70125"/>
            </a:xfrm>
            <a:custGeom>
              <a:rect b="b" l="l" r="r" t="t"/>
              <a:pathLst>
                <a:path extrusionOk="0" h="2805" w="726">
                  <a:moveTo>
                    <a:pt x="1" y="0"/>
                  </a:moveTo>
                  <a:lnTo>
                    <a:pt x="1" y="2804"/>
                  </a:lnTo>
                  <a:cubicBezTo>
                    <a:pt x="442" y="2489"/>
                    <a:pt x="725" y="1954"/>
                    <a:pt x="725" y="1418"/>
                  </a:cubicBezTo>
                  <a:cubicBezTo>
                    <a:pt x="725" y="851"/>
                    <a:pt x="442" y="347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15" name="Google Shape;1815;p31"/>
          <p:cNvSpPr txBox="1"/>
          <p:nvPr/>
        </p:nvSpPr>
        <p:spPr>
          <a:xfrm>
            <a:off x="756075" y="1428475"/>
            <a:ext cx="5917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/>
              <a:t>Choosing the right </a:t>
            </a:r>
            <a:r>
              <a:rPr b="1" lang="en" sz="1100"/>
              <a:t>genre tags</a:t>
            </a:r>
            <a:r>
              <a:rPr b="1" lang="en" sz="1100"/>
              <a:t> on Steam store pages affects: </a:t>
            </a:r>
            <a:r>
              <a:rPr lang="en" sz="1100"/>
              <a:t>Game discoverability and ad targeting; Bundle placement and influencer outreach.</a:t>
            </a:r>
            <a:endParaRPr/>
          </a:p>
        </p:txBody>
      </p:sp>
      <p:sp>
        <p:nvSpPr>
          <p:cNvPr id="1816" name="Google Shape;1816;p31"/>
          <p:cNvSpPr txBox="1"/>
          <p:nvPr/>
        </p:nvSpPr>
        <p:spPr>
          <a:xfrm>
            <a:off x="756075" y="2655450"/>
            <a:ext cx="1818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</a:t>
            </a:r>
            <a:r>
              <a:rPr lang="en" sz="1100"/>
              <a:t>his </a:t>
            </a:r>
            <a:r>
              <a:rPr lang="en" sz="1100"/>
              <a:t>current</a:t>
            </a:r>
            <a:r>
              <a:rPr lang="en" sz="1100"/>
              <a:t> process relies on intuition and competitor checks, leading to:</a:t>
            </a:r>
            <a:endParaRPr/>
          </a:p>
        </p:txBody>
      </p:sp>
      <p:grpSp>
        <p:nvGrpSpPr>
          <p:cNvPr id="1817" name="Google Shape;1817;p31"/>
          <p:cNvGrpSpPr/>
          <p:nvPr/>
        </p:nvGrpSpPr>
        <p:grpSpPr>
          <a:xfrm>
            <a:off x="6317897" y="2489728"/>
            <a:ext cx="354341" cy="356205"/>
            <a:chOff x="-45673275" y="3937700"/>
            <a:chExt cx="299325" cy="300900"/>
          </a:xfrm>
        </p:grpSpPr>
        <p:sp>
          <p:nvSpPr>
            <p:cNvPr id="1818" name="Google Shape;1818;p31"/>
            <p:cNvSpPr/>
            <p:nvPr/>
          </p:nvSpPr>
          <p:spPr>
            <a:xfrm>
              <a:off x="-45673275" y="3937700"/>
              <a:ext cx="285925" cy="135500"/>
            </a:xfrm>
            <a:custGeom>
              <a:rect b="b" l="l" r="r" t="t"/>
              <a:pathLst>
                <a:path extrusionOk="0" h="5420" w="11437">
                  <a:moveTo>
                    <a:pt x="11437" y="1"/>
                  </a:moveTo>
                  <a:lnTo>
                    <a:pt x="221" y="3435"/>
                  </a:lnTo>
                  <a:cubicBezTo>
                    <a:pt x="63" y="3466"/>
                    <a:pt x="0" y="3624"/>
                    <a:pt x="0" y="3781"/>
                  </a:cubicBezTo>
                  <a:cubicBezTo>
                    <a:pt x="0" y="3939"/>
                    <a:pt x="95" y="4065"/>
                    <a:pt x="221" y="4159"/>
                  </a:cubicBezTo>
                  <a:lnTo>
                    <a:pt x="4348" y="5420"/>
                  </a:lnTo>
                  <a:lnTo>
                    <a:pt x="11405" y="64"/>
                  </a:lnTo>
                  <a:lnTo>
                    <a:pt x="1143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31"/>
            <p:cNvSpPr/>
            <p:nvPr/>
          </p:nvSpPr>
          <p:spPr>
            <a:xfrm>
              <a:off x="-45577975" y="3990475"/>
              <a:ext cx="151250" cy="150925"/>
            </a:xfrm>
            <a:custGeom>
              <a:rect b="b" l="l" r="r" t="t"/>
              <a:pathLst>
                <a:path extrusionOk="0" h="6037" w="6050">
                  <a:moveTo>
                    <a:pt x="6049" y="1"/>
                  </a:moveTo>
                  <a:lnTo>
                    <a:pt x="536" y="4159"/>
                  </a:lnTo>
                  <a:lnTo>
                    <a:pt x="32" y="5577"/>
                  </a:lnTo>
                  <a:cubicBezTo>
                    <a:pt x="0" y="5703"/>
                    <a:pt x="32" y="5861"/>
                    <a:pt x="126" y="5955"/>
                  </a:cubicBezTo>
                  <a:cubicBezTo>
                    <a:pt x="186" y="6015"/>
                    <a:pt x="259" y="6037"/>
                    <a:pt x="336" y="6037"/>
                  </a:cubicBezTo>
                  <a:cubicBezTo>
                    <a:pt x="381" y="6037"/>
                    <a:pt x="427" y="6030"/>
                    <a:pt x="473" y="6018"/>
                  </a:cubicBezTo>
                  <a:lnTo>
                    <a:pt x="1891" y="5514"/>
                  </a:lnTo>
                  <a:lnTo>
                    <a:pt x="60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31"/>
            <p:cNvSpPr/>
            <p:nvPr/>
          </p:nvSpPr>
          <p:spPr>
            <a:xfrm>
              <a:off x="-45509450" y="3951100"/>
              <a:ext cx="135500" cy="286725"/>
            </a:xfrm>
            <a:custGeom>
              <a:rect b="b" l="l" r="r" t="t"/>
              <a:pathLst>
                <a:path extrusionOk="0" h="11469" w="5420">
                  <a:moveTo>
                    <a:pt x="5419" y="0"/>
                  </a:moveTo>
                  <a:lnTo>
                    <a:pt x="5356" y="32"/>
                  </a:lnTo>
                  <a:lnTo>
                    <a:pt x="0" y="7089"/>
                  </a:lnTo>
                  <a:lnTo>
                    <a:pt x="1261" y="11216"/>
                  </a:lnTo>
                  <a:cubicBezTo>
                    <a:pt x="1324" y="11374"/>
                    <a:pt x="1481" y="11468"/>
                    <a:pt x="1639" y="11468"/>
                  </a:cubicBezTo>
                  <a:cubicBezTo>
                    <a:pt x="1796" y="11468"/>
                    <a:pt x="1891" y="11342"/>
                    <a:pt x="1985" y="11216"/>
                  </a:cubicBezTo>
                  <a:lnTo>
                    <a:pt x="541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31"/>
            <p:cNvSpPr/>
            <p:nvPr/>
          </p:nvSpPr>
          <p:spPr>
            <a:xfrm>
              <a:off x="-45670925" y="4114125"/>
              <a:ext cx="72500" cy="70325"/>
            </a:xfrm>
            <a:custGeom>
              <a:rect b="b" l="l" r="r" t="t"/>
              <a:pathLst>
                <a:path extrusionOk="0" h="2813" w="2900">
                  <a:moveTo>
                    <a:pt x="2521" y="1"/>
                  </a:moveTo>
                  <a:cubicBezTo>
                    <a:pt x="2435" y="1"/>
                    <a:pt x="2348" y="32"/>
                    <a:pt x="2269" y="95"/>
                  </a:cubicBezTo>
                  <a:lnTo>
                    <a:pt x="127" y="2206"/>
                  </a:lnTo>
                  <a:cubicBezTo>
                    <a:pt x="1" y="2332"/>
                    <a:pt x="1" y="2553"/>
                    <a:pt x="127" y="2742"/>
                  </a:cubicBezTo>
                  <a:cubicBezTo>
                    <a:pt x="190" y="2789"/>
                    <a:pt x="277" y="2813"/>
                    <a:pt x="371" y="2813"/>
                  </a:cubicBezTo>
                  <a:cubicBezTo>
                    <a:pt x="466" y="2813"/>
                    <a:pt x="568" y="2789"/>
                    <a:pt x="662" y="2742"/>
                  </a:cubicBezTo>
                  <a:lnTo>
                    <a:pt x="2773" y="600"/>
                  </a:lnTo>
                  <a:cubicBezTo>
                    <a:pt x="2899" y="473"/>
                    <a:pt x="2899" y="253"/>
                    <a:pt x="2773" y="95"/>
                  </a:cubicBezTo>
                  <a:cubicBezTo>
                    <a:pt x="2695" y="32"/>
                    <a:pt x="2608" y="1"/>
                    <a:pt x="25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31"/>
            <p:cNvSpPr/>
            <p:nvPr/>
          </p:nvSpPr>
          <p:spPr>
            <a:xfrm>
              <a:off x="-45620500" y="4163550"/>
              <a:ext cx="70900" cy="71125"/>
            </a:xfrm>
            <a:custGeom>
              <a:rect b="b" l="l" r="r" t="t"/>
              <a:pathLst>
                <a:path extrusionOk="0" h="2845" w="2836">
                  <a:moveTo>
                    <a:pt x="2489" y="1"/>
                  </a:moveTo>
                  <a:cubicBezTo>
                    <a:pt x="2395" y="1"/>
                    <a:pt x="2300" y="24"/>
                    <a:pt x="2237" y="72"/>
                  </a:cubicBezTo>
                  <a:lnTo>
                    <a:pt x="126" y="2214"/>
                  </a:lnTo>
                  <a:cubicBezTo>
                    <a:pt x="0" y="2340"/>
                    <a:pt x="0" y="2561"/>
                    <a:pt x="126" y="2718"/>
                  </a:cubicBezTo>
                  <a:cubicBezTo>
                    <a:pt x="221" y="2781"/>
                    <a:pt x="284" y="2844"/>
                    <a:pt x="378" y="2844"/>
                  </a:cubicBezTo>
                  <a:cubicBezTo>
                    <a:pt x="441" y="2844"/>
                    <a:pt x="567" y="2781"/>
                    <a:pt x="599" y="2718"/>
                  </a:cubicBezTo>
                  <a:lnTo>
                    <a:pt x="2741" y="607"/>
                  </a:lnTo>
                  <a:cubicBezTo>
                    <a:pt x="2836" y="481"/>
                    <a:pt x="2836" y="229"/>
                    <a:pt x="2741" y="72"/>
                  </a:cubicBezTo>
                  <a:cubicBezTo>
                    <a:pt x="2678" y="24"/>
                    <a:pt x="2584" y="1"/>
                    <a:pt x="24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31"/>
            <p:cNvSpPr/>
            <p:nvPr/>
          </p:nvSpPr>
          <p:spPr>
            <a:xfrm>
              <a:off x="-45673275" y="4159625"/>
              <a:ext cx="79575" cy="78975"/>
            </a:xfrm>
            <a:custGeom>
              <a:rect b="b" l="l" r="r" t="t"/>
              <a:pathLst>
                <a:path extrusionOk="0" h="3159" w="3183">
                  <a:moveTo>
                    <a:pt x="2816" y="0"/>
                  </a:moveTo>
                  <a:cubicBezTo>
                    <a:pt x="2726" y="0"/>
                    <a:pt x="2631" y="24"/>
                    <a:pt x="2552" y="71"/>
                  </a:cubicBezTo>
                  <a:lnTo>
                    <a:pt x="95" y="2529"/>
                  </a:lnTo>
                  <a:cubicBezTo>
                    <a:pt x="0" y="2655"/>
                    <a:pt x="0" y="2875"/>
                    <a:pt x="95" y="3033"/>
                  </a:cubicBezTo>
                  <a:cubicBezTo>
                    <a:pt x="189" y="3127"/>
                    <a:pt x="252" y="3159"/>
                    <a:pt x="347" y="3159"/>
                  </a:cubicBezTo>
                  <a:cubicBezTo>
                    <a:pt x="441" y="3159"/>
                    <a:pt x="536" y="3127"/>
                    <a:pt x="599" y="3033"/>
                  </a:cubicBezTo>
                  <a:lnTo>
                    <a:pt x="3025" y="607"/>
                  </a:lnTo>
                  <a:cubicBezTo>
                    <a:pt x="3182" y="449"/>
                    <a:pt x="3182" y="197"/>
                    <a:pt x="3056" y="71"/>
                  </a:cubicBezTo>
                  <a:cubicBezTo>
                    <a:pt x="2993" y="24"/>
                    <a:pt x="2907" y="0"/>
                    <a:pt x="28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7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Google Shape;1828;p32"/>
          <p:cNvSpPr txBox="1"/>
          <p:nvPr>
            <p:ph type="title"/>
          </p:nvPr>
        </p:nvSpPr>
        <p:spPr>
          <a:xfrm>
            <a:off x="720000" y="778450"/>
            <a:ext cx="65697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Mining Solution</a:t>
            </a:r>
            <a:endParaRPr/>
          </a:p>
        </p:txBody>
      </p:sp>
      <p:sp>
        <p:nvSpPr>
          <p:cNvPr id="1829" name="Google Shape;1829;p32"/>
          <p:cNvSpPr/>
          <p:nvPr/>
        </p:nvSpPr>
        <p:spPr>
          <a:xfrm>
            <a:off x="3100704" y="2288897"/>
            <a:ext cx="1577700" cy="1577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32"/>
          <p:cNvSpPr/>
          <p:nvPr/>
        </p:nvSpPr>
        <p:spPr>
          <a:xfrm>
            <a:off x="4267187" y="1885222"/>
            <a:ext cx="807300" cy="807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32"/>
          <p:cNvSpPr/>
          <p:nvPr/>
        </p:nvSpPr>
        <p:spPr>
          <a:xfrm>
            <a:off x="4267187" y="3463059"/>
            <a:ext cx="807300" cy="807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32"/>
          <p:cNvSpPr/>
          <p:nvPr/>
        </p:nvSpPr>
        <p:spPr>
          <a:xfrm>
            <a:off x="2697062" y="1885222"/>
            <a:ext cx="807300" cy="807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Google Shape;1833;p32"/>
          <p:cNvSpPr/>
          <p:nvPr/>
        </p:nvSpPr>
        <p:spPr>
          <a:xfrm>
            <a:off x="2697062" y="3463738"/>
            <a:ext cx="807300" cy="807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4" name="Google Shape;1834;p32"/>
          <p:cNvSpPr txBox="1"/>
          <p:nvPr>
            <p:ph idx="4294967295" type="subTitle"/>
          </p:nvPr>
        </p:nvSpPr>
        <p:spPr>
          <a:xfrm flipH="1">
            <a:off x="884975" y="1796775"/>
            <a:ext cx="19203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ess Start 2P"/>
                <a:ea typeface="Press Start 2P"/>
                <a:cs typeface="Press Start 2P"/>
                <a:sym typeface="Press Start 2P"/>
              </a:rPr>
              <a:t>Inputs</a:t>
            </a:r>
            <a:r>
              <a:rPr lang="en" sz="1800">
                <a:latin typeface="Press Start 2P"/>
                <a:ea typeface="Press Start 2P"/>
                <a:cs typeface="Press Start 2P"/>
                <a:sym typeface="Press Start 2P"/>
              </a:rPr>
              <a:t>:</a:t>
            </a:r>
            <a:endParaRPr sz="18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835" name="Google Shape;1835;p32"/>
          <p:cNvSpPr txBox="1"/>
          <p:nvPr>
            <p:ph idx="4294967295" type="subTitle"/>
          </p:nvPr>
        </p:nvSpPr>
        <p:spPr>
          <a:xfrm flipH="1">
            <a:off x="654150" y="3309485"/>
            <a:ext cx="19203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Press Start 2P"/>
                <a:ea typeface="Press Start 2P"/>
                <a:cs typeface="Press Start 2P"/>
                <a:sym typeface="Press Start 2P"/>
              </a:rPr>
              <a:t>Offers:</a:t>
            </a:r>
            <a:endParaRPr sz="17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836" name="Google Shape;1836;p32"/>
          <p:cNvSpPr txBox="1"/>
          <p:nvPr>
            <p:ph idx="4294967295" type="subTitle"/>
          </p:nvPr>
        </p:nvSpPr>
        <p:spPr>
          <a:xfrm flipH="1">
            <a:off x="654150" y="3796350"/>
            <a:ext cx="1920300" cy="6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precision vs. reach threshold options</a:t>
            </a:r>
            <a:endParaRPr/>
          </a:p>
        </p:txBody>
      </p:sp>
      <p:sp>
        <p:nvSpPr>
          <p:cNvPr id="1837" name="Google Shape;1837;p32"/>
          <p:cNvSpPr txBox="1"/>
          <p:nvPr>
            <p:ph idx="4294967295" type="subTitle"/>
          </p:nvPr>
        </p:nvSpPr>
        <p:spPr>
          <a:xfrm flipH="1">
            <a:off x="5197200" y="1731000"/>
            <a:ext cx="21486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Press Start 2P"/>
                <a:ea typeface="Press Start 2P"/>
                <a:cs typeface="Press Start 2P"/>
                <a:sym typeface="Press Start 2P"/>
              </a:rPr>
              <a:t>Outputs:</a:t>
            </a:r>
            <a:endParaRPr sz="17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838" name="Google Shape;1838;p32"/>
          <p:cNvSpPr txBox="1"/>
          <p:nvPr>
            <p:ph idx="4294967295" type="subTitle"/>
          </p:nvPr>
        </p:nvSpPr>
        <p:spPr>
          <a:xfrm flipH="1">
            <a:off x="5197100" y="2217874"/>
            <a:ext cx="1920300" cy="6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Ranked genre tags with confidence scores</a:t>
            </a:r>
            <a:endParaRPr sz="1200"/>
          </a:p>
        </p:txBody>
      </p:sp>
      <p:sp>
        <p:nvSpPr>
          <p:cNvPr id="1839" name="Google Shape;1839;p32"/>
          <p:cNvSpPr txBox="1"/>
          <p:nvPr>
            <p:ph idx="4294967295" type="subTitle"/>
          </p:nvPr>
        </p:nvSpPr>
        <p:spPr>
          <a:xfrm flipH="1">
            <a:off x="5196975" y="3309500"/>
            <a:ext cx="21849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ress Start 2P"/>
                <a:ea typeface="Press Start 2P"/>
                <a:cs typeface="Press Start 2P"/>
                <a:sym typeface="Press Start 2P"/>
              </a:rPr>
              <a:t>Highlights key drivers:</a:t>
            </a:r>
            <a:endParaRPr sz="12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840" name="Google Shape;1840;p32"/>
          <p:cNvSpPr txBox="1"/>
          <p:nvPr>
            <p:ph idx="4294967295" type="subTitle"/>
          </p:nvPr>
        </p:nvSpPr>
        <p:spPr>
          <a:xfrm flipH="1">
            <a:off x="5204650" y="3814794"/>
            <a:ext cx="1920300" cy="6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platform type, price, and media richness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41" name="Google Shape;1841;p32"/>
          <p:cNvGrpSpPr/>
          <p:nvPr/>
        </p:nvGrpSpPr>
        <p:grpSpPr>
          <a:xfrm>
            <a:off x="8280450" y="1473987"/>
            <a:ext cx="406500" cy="322800"/>
            <a:chOff x="8280450" y="1473987"/>
            <a:chExt cx="406500" cy="322800"/>
          </a:xfrm>
        </p:grpSpPr>
        <p:sp>
          <p:nvSpPr>
            <p:cNvPr id="1842" name="Google Shape;1842;p32">
              <a:hlinkClick action="ppaction://hlinksldjump" r:id="rId3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32">
              <a:hlinkClick action="ppaction://hlinksldjump" r:id="rId4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32">
              <a:hlinkClick action="ppaction://hlinksldjump" r:id="rId5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32">
              <a:hlinkClick action="ppaction://hlinksldjump" r:id="rId6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46" name="Google Shape;1846;p32"/>
          <p:cNvGrpSpPr/>
          <p:nvPr/>
        </p:nvGrpSpPr>
        <p:grpSpPr>
          <a:xfrm>
            <a:off x="8280450" y="3346713"/>
            <a:ext cx="406500" cy="322800"/>
            <a:chOff x="8280450" y="1473987"/>
            <a:chExt cx="406500" cy="322800"/>
          </a:xfrm>
        </p:grpSpPr>
        <p:sp>
          <p:nvSpPr>
            <p:cNvPr id="1847" name="Google Shape;1847;p32">
              <a:hlinkClick action="ppaction://hlinksldjump" r:id="rId7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32">
              <a:hlinkClick action="ppaction://hlinksldjump" r:id="rId8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32">
              <a:hlinkClick action="ppaction://hlinksldjump" r:id="rId9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32">
              <a:hlinkClick action="ppaction://hlinksldjump" r:id="rId10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51" name="Google Shape;1851;p32"/>
          <p:cNvGrpSpPr/>
          <p:nvPr/>
        </p:nvGrpSpPr>
        <p:grpSpPr>
          <a:xfrm>
            <a:off x="8065601" y="2153651"/>
            <a:ext cx="836197" cy="836197"/>
            <a:chOff x="8065601" y="2153651"/>
            <a:chExt cx="836197" cy="836197"/>
          </a:xfrm>
        </p:grpSpPr>
        <p:grpSp>
          <p:nvGrpSpPr>
            <p:cNvPr id="1852" name="Google Shape;1852;p32"/>
            <p:cNvGrpSpPr/>
            <p:nvPr/>
          </p:nvGrpSpPr>
          <p:grpSpPr>
            <a:xfrm>
              <a:off x="8065601" y="2153651"/>
              <a:ext cx="836197" cy="836197"/>
              <a:chOff x="1956755" y="2080370"/>
              <a:chExt cx="724106" cy="724106"/>
            </a:xfrm>
          </p:grpSpPr>
          <p:sp>
            <p:nvSpPr>
              <p:cNvPr id="1853" name="Google Shape;1853;p32"/>
              <p:cNvSpPr/>
              <p:nvPr/>
            </p:nvSpPr>
            <p:spPr>
              <a:xfrm>
                <a:off x="2118414" y="2080370"/>
                <a:ext cx="400804" cy="724106"/>
              </a:xfrm>
              <a:custGeom>
                <a:rect b="b" l="l" r="r" t="t"/>
                <a:pathLst>
                  <a:path extrusionOk="0" h="6326" w="2929">
                    <a:moveTo>
                      <a:pt x="1" y="0"/>
                    </a:moveTo>
                    <a:lnTo>
                      <a:pt x="133" y="3157"/>
                    </a:lnTo>
                    <a:lnTo>
                      <a:pt x="1" y="6326"/>
                    </a:lnTo>
                    <a:lnTo>
                      <a:pt x="2929" y="6326"/>
                    </a:lnTo>
                    <a:lnTo>
                      <a:pt x="2796" y="3157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4" name="Google Shape;1854;p32"/>
              <p:cNvSpPr/>
              <p:nvPr/>
            </p:nvSpPr>
            <p:spPr>
              <a:xfrm>
                <a:off x="1956755" y="2240509"/>
                <a:ext cx="724106" cy="403829"/>
              </a:xfrm>
              <a:custGeom>
                <a:rect b="b" l="l" r="r" t="t"/>
                <a:pathLst>
                  <a:path extrusionOk="0" h="2929" w="6326">
                    <a:moveTo>
                      <a:pt x="0" y="1"/>
                    </a:moveTo>
                    <a:lnTo>
                      <a:pt x="0" y="2929"/>
                    </a:lnTo>
                    <a:lnTo>
                      <a:pt x="3157" y="2796"/>
                    </a:lnTo>
                    <a:lnTo>
                      <a:pt x="6326" y="2929"/>
                    </a:lnTo>
                    <a:lnTo>
                      <a:pt x="6326" y="1"/>
                    </a:lnTo>
                    <a:lnTo>
                      <a:pt x="3157" y="1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55" name="Google Shape;1855;p32"/>
            <p:cNvSpPr/>
            <p:nvPr/>
          </p:nvSpPr>
          <p:spPr>
            <a:xfrm>
              <a:off x="8316010" y="2209691"/>
              <a:ext cx="335268" cy="724106"/>
            </a:xfrm>
            <a:custGeom>
              <a:rect b="b" l="l" r="r" t="t"/>
              <a:pathLst>
                <a:path extrusionOk="0" h="6326" w="2929">
                  <a:moveTo>
                    <a:pt x="1" y="0"/>
                  </a:moveTo>
                  <a:lnTo>
                    <a:pt x="133" y="3157"/>
                  </a:lnTo>
                  <a:lnTo>
                    <a:pt x="1" y="6326"/>
                  </a:lnTo>
                  <a:lnTo>
                    <a:pt x="2929" y="6326"/>
                  </a:lnTo>
                  <a:lnTo>
                    <a:pt x="2796" y="3157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32"/>
            <p:cNvSpPr/>
            <p:nvPr/>
          </p:nvSpPr>
          <p:spPr>
            <a:xfrm>
              <a:off x="8121649" y="2404052"/>
              <a:ext cx="724106" cy="335268"/>
            </a:xfrm>
            <a:custGeom>
              <a:rect b="b" l="l" r="r" t="t"/>
              <a:pathLst>
                <a:path extrusionOk="0" h="2929" w="6326">
                  <a:moveTo>
                    <a:pt x="0" y="1"/>
                  </a:moveTo>
                  <a:lnTo>
                    <a:pt x="0" y="2929"/>
                  </a:lnTo>
                  <a:lnTo>
                    <a:pt x="3157" y="2796"/>
                  </a:lnTo>
                  <a:lnTo>
                    <a:pt x="6326" y="2929"/>
                  </a:lnTo>
                  <a:lnTo>
                    <a:pt x="6326" y="1"/>
                  </a:lnTo>
                  <a:lnTo>
                    <a:pt x="3157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32">
              <a:hlinkClick action="ppaction://hlinkshowjump?jump=nextslide"/>
            </p:cNvPr>
            <p:cNvSpPr/>
            <p:nvPr/>
          </p:nvSpPr>
          <p:spPr>
            <a:xfrm>
              <a:off x="8700842" y="2499287"/>
              <a:ext cx="91114" cy="133924"/>
            </a:xfrm>
            <a:custGeom>
              <a:rect b="b" l="l" r="r" t="t"/>
              <a:pathLst>
                <a:path extrusionOk="0" h="1170" w="796">
                  <a:moveTo>
                    <a:pt x="1" y="0"/>
                  </a:moveTo>
                  <a:lnTo>
                    <a:pt x="1" y="1169"/>
                  </a:lnTo>
                  <a:lnTo>
                    <a:pt x="796" y="5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32">
              <a:hlinkClick action="ppaction://hlinkshowjump?jump=previousslide"/>
            </p:cNvPr>
            <p:cNvSpPr/>
            <p:nvPr/>
          </p:nvSpPr>
          <p:spPr>
            <a:xfrm>
              <a:off x="8179568" y="2499287"/>
              <a:ext cx="92488" cy="133924"/>
            </a:xfrm>
            <a:custGeom>
              <a:rect b="b" l="l" r="r" t="t"/>
              <a:pathLst>
                <a:path extrusionOk="0" h="1170" w="808">
                  <a:moveTo>
                    <a:pt x="807" y="0"/>
                  </a:moveTo>
                  <a:lnTo>
                    <a:pt x="0" y="579"/>
                  </a:lnTo>
                  <a:lnTo>
                    <a:pt x="807" y="1169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32"/>
            <p:cNvSpPr/>
            <p:nvPr/>
          </p:nvSpPr>
          <p:spPr>
            <a:xfrm>
              <a:off x="8416749" y="2504724"/>
              <a:ext cx="133904" cy="133925"/>
            </a:xfrm>
            <a:custGeom>
              <a:rect b="b" l="l" r="r" t="t"/>
              <a:pathLst>
                <a:path extrusionOk="0" h="1375" w="1375">
                  <a:moveTo>
                    <a:pt x="688" y="1"/>
                  </a:moveTo>
                  <a:cubicBezTo>
                    <a:pt x="314" y="1"/>
                    <a:pt x="1" y="314"/>
                    <a:pt x="1" y="688"/>
                  </a:cubicBezTo>
                  <a:cubicBezTo>
                    <a:pt x="1" y="1073"/>
                    <a:pt x="314" y="1374"/>
                    <a:pt x="688" y="1374"/>
                  </a:cubicBezTo>
                  <a:cubicBezTo>
                    <a:pt x="1073" y="1374"/>
                    <a:pt x="1374" y="1073"/>
                    <a:pt x="1374" y="688"/>
                  </a:cubicBezTo>
                  <a:cubicBezTo>
                    <a:pt x="1374" y="314"/>
                    <a:pt x="1073" y="1"/>
                    <a:pt x="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60" name="Google Shape;1860;p32"/>
            <p:cNvGrpSpPr/>
            <p:nvPr/>
          </p:nvGrpSpPr>
          <p:grpSpPr>
            <a:xfrm>
              <a:off x="8411245" y="2263375"/>
              <a:ext cx="133810" cy="611129"/>
              <a:chOff x="2246360" y="2134049"/>
              <a:chExt cx="133810" cy="611129"/>
            </a:xfrm>
          </p:grpSpPr>
          <p:sp>
            <p:nvSpPr>
              <p:cNvPr id="1861" name="Google Shape;1861;p32"/>
              <p:cNvSpPr/>
              <p:nvPr/>
            </p:nvSpPr>
            <p:spPr>
              <a:xfrm>
                <a:off x="2246360" y="2134049"/>
                <a:ext cx="133810" cy="91229"/>
              </a:xfrm>
              <a:custGeom>
                <a:rect b="b" l="l" r="r" t="t"/>
                <a:pathLst>
                  <a:path extrusionOk="0" h="797" w="1169">
                    <a:moveTo>
                      <a:pt x="579" y="1"/>
                    </a:moveTo>
                    <a:lnTo>
                      <a:pt x="0" y="796"/>
                    </a:lnTo>
                    <a:lnTo>
                      <a:pt x="1169" y="796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2" name="Google Shape;1862;p32"/>
              <p:cNvSpPr/>
              <p:nvPr/>
            </p:nvSpPr>
            <p:spPr>
              <a:xfrm>
                <a:off x="2246360" y="2654063"/>
                <a:ext cx="133810" cy="91114"/>
              </a:xfrm>
              <a:custGeom>
                <a:rect b="b" l="l" r="r" t="t"/>
                <a:pathLst>
                  <a:path extrusionOk="0" h="796" w="1169">
                    <a:moveTo>
                      <a:pt x="0" y="0"/>
                    </a:moveTo>
                    <a:lnTo>
                      <a:pt x="579" y="796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63" name="Google Shape;1863;p32"/>
          <p:cNvGrpSpPr/>
          <p:nvPr/>
        </p:nvGrpSpPr>
        <p:grpSpPr>
          <a:xfrm>
            <a:off x="2930426" y="2119236"/>
            <a:ext cx="340573" cy="339271"/>
            <a:chOff x="2085450" y="842250"/>
            <a:chExt cx="483700" cy="481850"/>
          </a:xfrm>
        </p:grpSpPr>
        <p:sp>
          <p:nvSpPr>
            <p:cNvPr id="1864" name="Google Shape;1864;p32"/>
            <p:cNvSpPr/>
            <p:nvPr/>
          </p:nvSpPr>
          <p:spPr>
            <a:xfrm>
              <a:off x="2085525" y="926925"/>
              <a:ext cx="483625" cy="397175"/>
            </a:xfrm>
            <a:custGeom>
              <a:rect b="b" l="l" r="r" t="t"/>
              <a:pathLst>
                <a:path extrusionOk="0" h="15887" w="19345">
                  <a:moveTo>
                    <a:pt x="1693" y="1"/>
                  </a:moveTo>
                  <a:cubicBezTo>
                    <a:pt x="756" y="1"/>
                    <a:pt x="0" y="760"/>
                    <a:pt x="0" y="1696"/>
                  </a:cubicBezTo>
                  <a:cubicBezTo>
                    <a:pt x="0" y="2630"/>
                    <a:pt x="756" y="3389"/>
                    <a:pt x="1693" y="3389"/>
                  </a:cubicBezTo>
                  <a:lnTo>
                    <a:pt x="3990" y="3389"/>
                  </a:lnTo>
                  <a:cubicBezTo>
                    <a:pt x="4924" y="3389"/>
                    <a:pt x="5683" y="4147"/>
                    <a:pt x="5683" y="5084"/>
                  </a:cubicBezTo>
                  <a:lnTo>
                    <a:pt x="5683" y="8547"/>
                  </a:lnTo>
                  <a:cubicBezTo>
                    <a:pt x="5683" y="11347"/>
                    <a:pt x="7962" y="13627"/>
                    <a:pt x="10766" y="13627"/>
                  </a:cubicBezTo>
                  <a:lnTo>
                    <a:pt x="13626" y="13627"/>
                  </a:lnTo>
                  <a:lnTo>
                    <a:pt x="13626" y="15322"/>
                  </a:lnTo>
                  <a:cubicBezTo>
                    <a:pt x="13626" y="15656"/>
                    <a:pt x="13901" y="15887"/>
                    <a:pt x="14194" y="15887"/>
                  </a:cubicBezTo>
                  <a:cubicBezTo>
                    <a:pt x="14308" y="15887"/>
                    <a:pt x="14425" y="15852"/>
                    <a:pt x="14530" y="15774"/>
                  </a:cubicBezTo>
                  <a:lnTo>
                    <a:pt x="19046" y="12386"/>
                  </a:lnTo>
                  <a:cubicBezTo>
                    <a:pt x="19345" y="12160"/>
                    <a:pt x="19345" y="11706"/>
                    <a:pt x="19046" y="11483"/>
                  </a:cubicBezTo>
                  <a:lnTo>
                    <a:pt x="14530" y="8095"/>
                  </a:lnTo>
                  <a:cubicBezTo>
                    <a:pt x="14424" y="8016"/>
                    <a:pt x="14307" y="7981"/>
                    <a:pt x="14192" y="7981"/>
                  </a:cubicBezTo>
                  <a:cubicBezTo>
                    <a:pt x="13899" y="7981"/>
                    <a:pt x="13626" y="8212"/>
                    <a:pt x="13626" y="8547"/>
                  </a:cubicBezTo>
                  <a:lnTo>
                    <a:pt x="13626" y="10239"/>
                  </a:lnTo>
                  <a:lnTo>
                    <a:pt x="10766" y="10239"/>
                  </a:lnTo>
                  <a:cubicBezTo>
                    <a:pt x="9829" y="10239"/>
                    <a:pt x="9070" y="9480"/>
                    <a:pt x="9070" y="8547"/>
                  </a:cubicBezTo>
                  <a:lnTo>
                    <a:pt x="9070" y="5084"/>
                  </a:lnTo>
                  <a:cubicBezTo>
                    <a:pt x="9070" y="2280"/>
                    <a:pt x="6791" y="1"/>
                    <a:pt x="39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65" name="Google Shape;1865;p32"/>
            <p:cNvSpPr/>
            <p:nvPr/>
          </p:nvSpPr>
          <p:spPr>
            <a:xfrm>
              <a:off x="2085450" y="1151875"/>
              <a:ext cx="143650" cy="87575"/>
            </a:xfrm>
            <a:custGeom>
              <a:rect b="b" l="l" r="r" t="t"/>
              <a:pathLst>
                <a:path extrusionOk="0" h="3503" w="5746">
                  <a:moveTo>
                    <a:pt x="4577" y="1"/>
                  </a:moveTo>
                  <a:cubicBezTo>
                    <a:pt x="4391" y="73"/>
                    <a:pt x="4192" y="112"/>
                    <a:pt x="3990" y="115"/>
                  </a:cubicBezTo>
                  <a:lnTo>
                    <a:pt x="1693" y="115"/>
                  </a:lnTo>
                  <a:cubicBezTo>
                    <a:pt x="759" y="115"/>
                    <a:pt x="0" y="871"/>
                    <a:pt x="0" y="1807"/>
                  </a:cubicBezTo>
                  <a:cubicBezTo>
                    <a:pt x="0" y="2744"/>
                    <a:pt x="759" y="3503"/>
                    <a:pt x="1693" y="3503"/>
                  </a:cubicBezTo>
                  <a:lnTo>
                    <a:pt x="1696" y="3500"/>
                  </a:lnTo>
                  <a:lnTo>
                    <a:pt x="3993" y="3500"/>
                  </a:lnTo>
                  <a:cubicBezTo>
                    <a:pt x="4589" y="3500"/>
                    <a:pt x="5183" y="3391"/>
                    <a:pt x="5746" y="3186"/>
                  </a:cubicBezTo>
                  <a:cubicBezTo>
                    <a:pt x="5065" y="2253"/>
                    <a:pt x="4662" y="1151"/>
                    <a:pt x="45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66" name="Google Shape;1866;p32"/>
            <p:cNvSpPr/>
            <p:nvPr/>
          </p:nvSpPr>
          <p:spPr>
            <a:xfrm>
              <a:off x="2274775" y="842250"/>
              <a:ext cx="294375" cy="197650"/>
            </a:xfrm>
            <a:custGeom>
              <a:rect b="b" l="l" r="r" t="t"/>
              <a:pathLst>
                <a:path extrusionOk="0" h="7906" w="11775">
                  <a:moveTo>
                    <a:pt x="6622" y="0"/>
                  </a:moveTo>
                  <a:cubicBezTo>
                    <a:pt x="6329" y="0"/>
                    <a:pt x="6056" y="231"/>
                    <a:pt x="6056" y="566"/>
                  </a:cubicBezTo>
                  <a:lnTo>
                    <a:pt x="6056" y="2259"/>
                  </a:lnTo>
                  <a:lnTo>
                    <a:pt x="3196" y="2259"/>
                  </a:lnTo>
                  <a:cubicBezTo>
                    <a:pt x="2030" y="2265"/>
                    <a:pt x="904" y="2668"/>
                    <a:pt x="1" y="3406"/>
                  </a:cubicBezTo>
                  <a:cubicBezTo>
                    <a:pt x="940" y="4068"/>
                    <a:pt x="1675" y="4978"/>
                    <a:pt x="2130" y="6032"/>
                  </a:cubicBezTo>
                  <a:cubicBezTo>
                    <a:pt x="2431" y="5785"/>
                    <a:pt x="2804" y="5649"/>
                    <a:pt x="3196" y="5646"/>
                  </a:cubicBezTo>
                  <a:lnTo>
                    <a:pt x="6056" y="5646"/>
                  </a:lnTo>
                  <a:lnTo>
                    <a:pt x="6056" y="7342"/>
                  </a:lnTo>
                  <a:cubicBezTo>
                    <a:pt x="6056" y="7679"/>
                    <a:pt x="6334" y="7906"/>
                    <a:pt x="6625" y="7906"/>
                  </a:cubicBezTo>
                  <a:cubicBezTo>
                    <a:pt x="6740" y="7906"/>
                    <a:pt x="6857" y="7871"/>
                    <a:pt x="6960" y="7793"/>
                  </a:cubicBezTo>
                  <a:lnTo>
                    <a:pt x="11476" y="4406"/>
                  </a:lnTo>
                  <a:cubicBezTo>
                    <a:pt x="11775" y="4180"/>
                    <a:pt x="11775" y="3725"/>
                    <a:pt x="11476" y="3502"/>
                  </a:cubicBezTo>
                  <a:lnTo>
                    <a:pt x="6960" y="115"/>
                  </a:lnTo>
                  <a:cubicBezTo>
                    <a:pt x="6854" y="36"/>
                    <a:pt x="6737" y="0"/>
                    <a:pt x="66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867" name="Google Shape;1867;p32"/>
          <p:cNvGrpSpPr/>
          <p:nvPr/>
        </p:nvGrpSpPr>
        <p:grpSpPr>
          <a:xfrm>
            <a:off x="2931086" y="3697761"/>
            <a:ext cx="339253" cy="339253"/>
            <a:chOff x="3271200" y="1435075"/>
            <a:chExt cx="481825" cy="481825"/>
          </a:xfrm>
        </p:grpSpPr>
        <p:sp>
          <p:nvSpPr>
            <p:cNvPr id="1868" name="Google Shape;1868;p32"/>
            <p:cNvSpPr/>
            <p:nvPr/>
          </p:nvSpPr>
          <p:spPr>
            <a:xfrm>
              <a:off x="3271200" y="143507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9597" y="2259"/>
                  </a:moveTo>
                  <a:cubicBezTo>
                    <a:pt x="13635" y="2259"/>
                    <a:pt x="17014" y="5545"/>
                    <a:pt x="17014" y="9601"/>
                  </a:cubicBezTo>
                  <a:cubicBezTo>
                    <a:pt x="17014" y="13636"/>
                    <a:pt x="13654" y="17014"/>
                    <a:pt x="9597" y="17014"/>
                  </a:cubicBezTo>
                  <a:cubicBezTo>
                    <a:pt x="5562" y="17014"/>
                    <a:pt x="2259" y="13654"/>
                    <a:pt x="2259" y="9601"/>
                  </a:cubicBezTo>
                  <a:cubicBezTo>
                    <a:pt x="2259" y="5563"/>
                    <a:pt x="5541" y="2259"/>
                    <a:pt x="9597" y="2259"/>
                  </a:cubicBezTo>
                  <a:close/>
                  <a:moveTo>
                    <a:pt x="9597" y="1"/>
                  </a:moveTo>
                  <a:cubicBezTo>
                    <a:pt x="4304" y="1"/>
                    <a:pt x="0" y="4307"/>
                    <a:pt x="0" y="9601"/>
                  </a:cubicBezTo>
                  <a:cubicBezTo>
                    <a:pt x="0" y="14892"/>
                    <a:pt x="4304" y="19273"/>
                    <a:pt x="9597" y="19273"/>
                  </a:cubicBezTo>
                  <a:cubicBezTo>
                    <a:pt x="14891" y="19273"/>
                    <a:pt x="19272" y="14892"/>
                    <a:pt x="19272" y="9601"/>
                  </a:cubicBezTo>
                  <a:cubicBezTo>
                    <a:pt x="19272" y="4307"/>
                    <a:pt x="14891" y="1"/>
                    <a:pt x="95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69" name="Google Shape;1869;p32"/>
            <p:cNvSpPr/>
            <p:nvPr/>
          </p:nvSpPr>
          <p:spPr>
            <a:xfrm>
              <a:off x="3356575" y="1520525"/>
              <a:ext cx="311000" cy="311025"/>
            </a:xfrm>
            <a:custGeom>
              <a:rect b="b" l="l" r="r" t="t"/>
              <a:pathLst>
                <a:path extrusionOk="0" h="12441" w="12440">
                  <a:moveTo>
                    <a:pt x="8516" y="3359"/>
                  </a:moveTo>
                  <a:cubicBezTo>
                    <a:pt x="8661" y="3359"/>
                    <a:pt x="8805" y="3414"/>
                    <a:pt x="8917" y="3524"/>
                  </a:cubicBezTo>
                  <a:cubicBezTo>
                    <a:pt x="9136" y="3744"/>
                    <a:pt x="9136" y="4102"/>
                    <a:pt x="8917" y="4322"/>
                  </a:cubicBezTo>
                  <a:lnTo>
                    <a:pt x="7056" y="6183"/>
                  </a:lnTo>
                  <a:lnTo>
                    <a:pt x="8917" y="8041"/>
                  </a:lnTo>
                  <a:cubicBezTo>
                    <a:pt x="9326" y="8453"/>
                    <a:pt x="8939" y="9009"/>
                    <a:pt x="8502" y="9009"/>
                  </a:cubicBezTo>
                  <a:cubicBezTo>
                    <a:pt x="8371" y="9009"/>
                    <a:pt x="8235" y="8959"/>
                    <a:pt x="8116" y="8839"/>
                  </a:cubicBezTo>
                  <a:lnTo>
                    <a:pt x="5857" y="6580"/>
                  </a:lnTo>
                  <a:cubicBezTo>
                    <a:pt x="5637" y="6360"/>
                    <a:pt x="5637" y="6002"/>
                    <a:pt x="5857" y="5782"/>
                  </a:cubicBezTo>
                  <a:lnTo>
                    <a:pt x="8116" y="3524"/>
                  </a:lnTo>
                  <a:cubicBezTo>
                    <a:pt x="8227" y="3414"/>
                    <a:pt x="8372" y="3359"/>
                    <a:pt x="8516" y="3359"/>
                  </a:cubicBezTo>
                  <a:close/>
                  <a:moveTo>
                    <a:pt x="5619" y="1"/>
                  </a:moveTo>
                  <a:cubicBezTo>
                    <a:pt x="4367" y="112"/>
                    <a:pt x="3177" y="606"/>
                    <a:pt x="2214" y="1413"/>
                  </a:cubicBezTo>
                  <a:lnTo>
                    <a:pt x="2590" y="1789"/>
                  </a:lnTo>
                  <a:cubicBezTo>
                    <a:pt x="3002" y="2199"/>
                    <a:pt x="2615" y="2757"/>
                    <a:pt x="2178" y="2757"/>
                  </a:cubicBezTo>
                  <a:cubicBezTo>
                    <a:pt x="2047" y="2757"/>
                    <a:pt x="1912" y="2707"/>
                    <a:pt x="1792" y="2587"/>
                  </a:cubicBezTo>
                  <a:lnTo>
                    <a:pt x="1416" y="2211"/>
                  </a:lnTo>
                  <a:cubicBezTo>
                    <a:pt x="609" y="3175"/>
                    <a:pt x="118" y="4364"/>
                    <a:pt x="3" y="5617"/>
                  </a:cubicBezTo>
                  <a:lnTo>
                    <a:pt x="536" y="5617"/>
                  </a:lnTo>
                  <a:cubicBezTo>
                    <a:pt x="1280" y="5617"/>
                    <a:pt x="1283" y="6746"/>
                    <a:pt x="536" y="6746"/>
                  </a:cubicBezTo>
                  <a:lnTo>
                    <a:pt x="0" y="6746"/>
                  </a:lnTo>
                  <a:cubicBezTo>
                    <a:pt x="118" y="8035"/>
                    <a:pt x="627" y="9287"/>
                    <a:pt x="1413" y="10227"/>
                  </a:cubicBezTo>
                  <a:lnTo>
                    <a:pt x="1789" y="9850"/>
                  </a:lnTo>
                  <a:cubicBezTo>
                    <a:pt x="1910" y="9730"/>
                    <a:pt x="2045" y="9679"/>
                    <a:pt x="2176" y="9679"/>
                  </a:cubicBezTo>
                  <a:cubicBezTo>
                    <a:pt x="2613" y="9679"/>
                    <a:pt x="2995" y="10244"/>
                    <a:pt x="2587" y="10651"/>
                  </a:cubicBezTo>
                  <a:lnTo>
                    <a:pt x="2211" y="11028"/>
                  </a:lnTo>
                  <a:cubicBezTo>
                    <a:pt x="3174" y="11832"/>
                    <a:pt x="4364" y="12326"/>
                    <a:pt x="5616" y="12440"/>
                  </a:cubicBezTo>
                  <a:lnTo>
                    <a:pt x="5616" y="11904"/>
                  </a:lnTo>
                  <a:cubicBezTo>
                    <a:pt x="5616" y="11530"/>
                    <a:pt x="5899" y="11343"/>
                    <a:pt x="6182" y="11343"/>
                  </a:cubicBezTo>
                  <a:cubicBezTo>
                    <a:pt x="6464" y="11343"/>
                    <a:pt x="6745" y="11530"/>
                    <a:pt x="6745" y="11904"/>
                  </a:cubicBezTo>
                  <a:lnTo>
                    <a:pt x="6745" y="12440"/>
                  </a:lnTo>
                  <a:cubicBezTo>
                    <a:pt x="8034" y="12323"/>
                    <a:pt x="9287" y="11811"/>
                    <a:pt x="10226" y="11028"/>
                  </a:cubicBezTo>
                  <a:lnTo>
                    <a:pt x="9850" y="10651"/>
                  </a:lnTo>
                  <a:cubicBezTo>
                    <a:pt x="9445" y="10246"/>
                    <a:pt x="9822" y="9678"/>
                    <a:pt x="10259" y="9678"/>
                  </a:cubicBezTo>
                  <a:cubicBezTo>
                    <a:pt x="10390" y="9678"/>
                    <a:pt x="10526" y="9729"/>
                    <a:pt x="10648" y="9850"/>
                  </a:cubicBezTo>
                  <a:lnTo>
                    <a:pt x="11024" y="10227"/>
                  </a:lnTo>
                  <a:cubicBezTo>
                    <a:pt x="11810" y="9287"/>
                    <a:pt x="12319" y="8035"/>
                    <a:pt x="12437" y="6746"/>
                  </a:cubicBezTo>
                  <a:lnTo>
                    <a:pt x="11904" y="6746"/>
                  </a:lnTo>
                  <a:cubicBezTo>
                    <a:pt x="11160" y="6746"/>
                    <a:pt x="11157" y="5617"/>
                    <a:pt x="11904" y="5617"/>
                  </a:cubicBezTo>
                  <a:lnTo>
                    <a:pt x="12440" y="5617"/>
                  </a:lnTo>
                  <a:cubicBezTo>
                    <a:pt x="12325" y="4364"/>
                    <a:pt x="11834" y="3175"/>
                    <a:pt x="11027" y="2211"/>
                  </a:cubicBezTo>
                  <a:lnTo>
                    <a:pt x="10651" y="2587"/>
                  </a:lnTo>
                  <a:cubicBezTo>
                    <a:pt x="10529" y="2709"/>
                    <a:pt x="10392" y="2760"/>
                    <a:pt x="10261" y="2760"/>
                  </a:cubicBezTo>
                  <a:cubicBezTo>
                    <a:pt x="9823" y="2760"/>
                    <a:pt x="9443" y="2197"/>
                    <a:pt x="9853" y="1789"/>
                  </a:cubicBezTo>
                  <a:lnTo>
                    <a:pt x="10232" y="1413"/>
                  </a:lnTo>
                  <a:cubicBezTo>
                    <a:pt x="9290" y="627"/>
                    <a:pt x="8037" y="115"/>
                    <a:pt x="6748" y="1"/>
                  </a:cubicBezTo>
                  <a:lnTo>
                    <a:pt x="6748" y="537"/>
                  </a:lnTo>
                  <a:cubicBezTo>
                    <a:pt x="6748" y="909"/>
                    <a:pt x="6466" y="1096"/>
                    <a:pt x="6183" y="1096"/>
                  </a:cubicBezTo>
                  <a:cubicBezTo>
                    <a:pt x="5901" y="1096"/>
                    <a:pt x="5619" y="910"/>
                    <a:pt x="5619" y="537"/>
                  </a:cubicBezTo>
                  <a:lnTo>
                    <a:pt x="56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870" name="Google Shape;1870;p32"/>
          <p:cNvGrpSpPr/>
          <p:nvPr/>
        </p:nvGrpSpPr>
        <p:grpSpPr>
          <a:xfrm>
            <a:off x="4499547" y="2119236"/>
            <a:ext cx="342580" cy="339271"/>
            <a:chOff x="5049725" y="1435050"/>
            <a:chExt cx="486550" cy="481850"/>
          </a:xfrm>
        </p:grpSpPr>
        <p:sp>
          <p:nvSpPr>
            <p:cNvPr id="1871" name="Google Shape;1871;p32"/>
            <p:cNvSpPr/>
            <p:nvPr/>
          </p:nvSpPr>
          <p:spPr>
            <a:xfrm>
              <a:off x="5136300" y="1519775"/>
              <a:ext cx="310550" cy="310550"/>
            </a:xfrm>
            <a:custGeom>
              <a:rect b="b" l="l" r="r" t="t"/>
              <a:pathLst>
                <a:path extrusionOk="0" h="12422" w="12422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72" name="Google Shape;1872;p32"/>
            <p:cNvSpPr/>
            <p:nvPr/>
          </p:nvSpPr>
          <p:spPr>
            <a:xfrm>
              <a:off x="5184925" y="1576250"/>
              <a:ext cx="205475" cy="197625"/>
            </a:xfrm>
            <a:custGeom>
              <a:rect b="b" l="l" r="r" t="t"/>
              <a:pathLst>
                <a:path extrusionOk="0" h="7905" w="8219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73" name="Google Shape;1873;p32"/>
            <p:cNvSpPr/>
            <p:nvPr/>
          </p:nvSpPr>
          <p:spPr>
            <a:xfrm>
              <a:off x="5049725" y="143507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74" name="Google Shape;1874;p32"/>
            <p:cNvSpPr/>
            <p:nvPr/>
          </p:nvSpPr>
          <p:spPr>
            <a:xfrm>
              <a:off x="5245825" y="1435050"/>
              <a:ext cx="290450" cy="282350"/>
            </a:xfrm>
            <a:custGeom>
              <a:rect b="b" l="l" r="r" t="t"/>
              <a:pathLst>
                <a:path extrusionOk="0" h="11294" w="11618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875" name="Google Shape;1875;p32"/>
          <p:cNvGrpSpPr/>
          <p:nvPr/>
        </p:nvGrpSpPr>
        <p:grpSpPr>
          <a:xfrm>
            <a:off x="4501158" y="3697761"/>
            <a:ext cx="339359" cy="339253"/>
            <a:chOff x="5642475" y="1435075"/>
            <a:chExt cx="481975" cy="481825"/>
          </a:xfrm>
        </p:grpSpPr>
        <p:sp>
          <p:nvSpPr>
            <p:cNvPr id="1876" name="Google Shape;1876;p32"/>
            <p:cNvSpPr/>
            <p:nvPr/>
          </p:nvSpPr>
          <p:spPr>
            <a:xfrm>
              <a:off x="5642475" y="1435075"/>
              <a:ext cx="481975" cy="340675"/>
            </a:xfrm>
            <a:custGeom>
              <a:rect b="b" l="l" r="r" t="t"/>
              <a:pathLst>
                <a:path extrusionOk="0" h="13627" w="19279">
                  <a:moveTo>
                    <a:pt x="2262" y="2259"/>
                  </a:moveTo>
                  <a:cubicBezTo>
                    <a:pt x="2883" y="2259"/>
                    <a:pt x="3428" y="2765"/>
                    <a:pt x="3428" y="3389"/>
                  </a:cubicBezTo>
                  <a:lnTo>
                    <a:pt x="3428" y="7342"/>
                  </a:lnTo>
                  <a:cubicBezTo>
                    <a:pt x="3428" y="7366"/>
                    <a:pt x="3434" y="7394"/>
                    <a:pt x="3434" y="7418"/>
                  </a:cubicBezTo>
                  <a:lnTo>
                    <a:pt x="1636" y="6246"/>
                  </a:lnTo>
                  <a:cubicBezTo>
                    <a:pt x="1320" y="6035"/>
                    <a:pt x="1130" y="5683"/>
                    <a:pt x="1133" y="5304"/>
                  </a:cubicBezTo>
                  <a:lnTo>
                    <a:pt x="1133" y="3389"/>
                  </a:lnTo>
                  <a:cubicBezTo>
                    <a:pt x="1133" y="2765"/>
                    <a:pt x="1636" y="2259"/>
                    <a:pt x="2262" y="2259"/>
                  </a:cubicBezTo>
                  <a:close/>
                  <a:moveTo>
                    <a:pt x="17017" y="2259"/>
                  </a:moveTo>
                  <a:cubicBezTo>
                    <a:pt x="17641" y="2259"/>
                    <a:pt x="18147" y="2765"/>
                    <a:pt x="18147" y="3389"/>
                  </a:cubicBezTo>
                  <a:lnTo>
                    <a:pt x="18147" y="5307"/>
                  </a:lnTo>
                  <a:cubicBezTo>
                    <a:pt x="18147" y="5683"/>
                    <a:pt x="17957" y="6035"/>
                    <a:pt x="17644" y="6246"/>
                  </a:cubicBezTo>
                  <a:lnTo>
                    <a:pt x="15843" y="7421"/>
                  </a:lnTo>
                  <a:cubicBezTo>
                    <a:pt x="15843" y="7394"/>
                    <a:pt x="15849" y="7369"/>
                    <a:pt x="15849" y="7342"/>
                  </a:cubicBezTo>
                  <a:lnTo>
                    <a:pt x="15849" y="3389"/>
                  </a:lnTo>
                  <a:cubicBezTo>
                    <a:pt x="15849" y="2765"/>
                    <a:pt x="16394" y="2259"/>
                    <a:pt x="17017" y="2259"/>
                  </a:cubicBezTo>
                  <a:close/>
                  <a:moveTo>
                    <a:pt x="9638" y="2284"/>
                  </a:moveTo>
                  <a:cubicBezTo>
                    <a:pt x="9845" y="2284"/>
                    <a:pt x="10051" y="2381"/>
                    <a:pt x="10146" y="2576"/>
                  </a:cubicBezTo>
                  <a:lnTo>
                    <a:pt x="10883" y="4069"/>
                  </a:lnTo>
                  <a:lnTo>
                    <a:pt x="12534" y="4310"/>
                  </a:lnTo>
                  <a:cubicBezTo>
                    <a:pt x="12994" y="4376"/>
                    <a:pt x="13181" y="4945"/>
                    <a:pt x="12847" y="5274"/>
                  </a:cubicBezTo>
                  <a:lnTo>
                    <a:pt x="11651" y="6439"/>
                  </a:lnTo>
                  <a:lnTo>
                    <a:pt x="11934" y="8080"/>
                  </a:lnTo>
                  <a:cubicBezTo>
                    <a:pt x="11996" y="8445"/>
                    <a:pt x="11705" y="8742"/>
                    <a:pt x="11376" y="8742"/>
                  </a:cubicBezTo>
                  <a:cubicBezTo>
                    <a:pt x="11290" y="8742"/>
                    <a:pt x="11201" y="8721"/>
                    <a:pt x="11115" y="8676"/>
                  </a:cubicBezTo>
                  <a:lnTo>
                    <a:pt x="9637" y="7899"/>
                  </a:lnTo>
                  <a:lnTo>
                    <a:pt x="8161" y="8676"/>
                  </a:lnTo>
                  <a:cubicBezTo>
                    <a:pt x="8076" y="8721"/>
                    <a:pt x="7987" y="8742"/>
                    <a:pt x="7900" y="8742"/>
                  </a:cubicBezTo>
                  <a:cubicBezTo>
                    <a:pt x="7571" y="8742"/>
                    <a:pt x="7280" y="8445"/>
                    <a:pt x="7342" y="8080"/>
                  </a:cubicBezTo>
                  <a:lnTo>
                    <a:pt x="7625" y="6439"/>
                  </a:lnTo>
                  <a:lnTo>
                    <a:pt x="6430" y="5271"/>
                  </a:lnTo>
                  <a:cubicBezTo>
                    <a:pt x="6279" y="5120"/>
                    <a:pt x="6222" y="4897"/>
                    <a:pt x="6288" y="4692"/>
                  </a:cubicBezTo>
                  <a:cubicBezTo>
                    <a:pt x="6355" y="4488"/>
                    <a:pt x="6532" y="4340"/>
                    <a:pt x="6743" y="4310"/>
                  </a:cubicBezTo>
                  <a:lnTo>
                    <a:pt x="8393" y="4069"/>
                  </a:lnTo>
                  <a:lnTo>
                    <a:pt x="9131" y="2576"/>
                  </a:lnTo>
                  <a:cubicBezTo>
                    <a:pt x="9226" y="2381"/>
                    <a:pt x="9432" y="2284"/>
                    <a:pt x="9638" y="2284"/>
                  </a:cubicBezTo>
                  <a:close/>
                  <a:moveTo>
                    <a:pt x="3994" y="1"/>
                  </a:moveTo>
                  <a:cubicBezTo>
                    <a:pt x="3681" y="1"/>
                    <a:pt x="3428" y="254"/>
                    <a:pt x="3428" y="567"/>
                  </a:cubicBezTo>
                  <a:lnTo>
                    <a:pt x="3428" y="1443"/>
                  </a:lnTo>
                  <a:cubicBezTo>
                    <a:pt x="3072" y="1242"/>
                    <a:pt x="2669" y="1133"/>
                    <a:pt x="2262" y="1130"/>
                  </a:cubicBezTo>
                  <a:cubicBezTo>
                    <a:pt x="1013" y="1130"/>
                    <a:pt x="4" y="2142"/>
                    <a:pt x="4" y="3389"/>
                  </a:cubicBezTo>
                  <a:lnTo>
                    <a:pt x="4" y="5307"/>
                  </a:lnTo>
                  <a:cubicBezTo>
                    <a:pt x="1" y="6060"/>
                    <a:pt x="380" y="6767"/>
                    <a:pt x="1010" y="7186"/>
                  </a:cubicBezTo>
                  <a:lnTo>
                    <a:pt x="3681" y="8941"/>
                  </a:lnTo>
                  <a:cubicBezTo>
                    <a:pt x="3690" y="8947"/>
                    <a:pt x="3702" y="8944"/>
                    <a:pt x="3714" y="8950"/>
                  </a:cubicBezTo>
                  <a:cubicBezTo>
                    <a:pt x="4129" y="10107"/>
                    <a:pt x="5006" y="11037"/>
                    <a:pt x="6297" y="11642"/>
                  </a:cubicBezTo>
                  <a:cubicBezTo>
                    <a:pt x="7137" y="12034"/>
                    <a:pt x="7692" y="12817"/>
                    <a:pt x="7866" y="13627"/>
                  </a:cubicBezTo>
                  <a:lnTo>
                    <a:pt x="11386" y="13627"/>
                  </a:lnTo>
                  <a:cubicBezTo>
                    <a:pt x="11504" y="12844"/>
                    <a:pt x="11949" y="12067"/>
                    <a:pt x="12648" y="11676"/>
                  </a:cubicBezTo>
                  <a:cubicBezTo>
                    <a:pt x="14003" y="10908"/>
                    <a:pt x="15027" y="10101"/>
                    <a:pt x="15521" y="8965"/>
                  </a:cubicBezTo>
                  <a:cubicBezTo>
                    <a:pt x="15545" y="8953"/>
                    <a:pt x="15575" y="8956"/>
                    <a:pt x="15599" y="8941"/>
                  </a:cubicBezTo>
                  <a:lnTo>
                    <a:pt x="18273" y="7186"/>
                  </a:lnTo>
                  <a:cubicBezTo>
                    <a:pt x="18899" y="6767"/>
                    <a:pt x="19279" y="6063"/>
                    <a:pt x="19279" y="5307"/>
                  </a:cubicBezTo>
                  <a:lnTo>
                    <a:pt x="19279" y="3389"/>
                  </a:lnTo>
                  <a:cubicBezTo>
                    <a:pt x="19276" y="2142"/>
                    <a:pt x="18267" y="1130"/>
                    <a:pt x="17020" y="1130"/>
                  </a:cubicBezTo>
                  <a:cubicBezTo>
                    <a:pt x="16611" y="1133"/>
                    <a:pt x="16207" y="1242"/>
                    <a:pt x="15852" y="1443"/>
                  </a:cubicBezTo>
                  <a:lnTo>
                    <a:pt x="15852" y="567"/>
                  </a:lnTo>
                  <a:cubicBezTo>
                    <a:pt x="15852" y="254"/>
                    <a:pt x="15599" y="1"/>
                    <a:pt x="152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77" name="Google Shape;1877;p32"/>
            <p:cNvSpPr/>
            <p:nvPr/>
          </p:nvSpPr>
          <p:spPr>
            <a:xfrm>
              <a:off x="5756375" y="1803975"/>
              <a:ext cx="254100" cy="112925"/>
            </a:xfrm>
            <a:custGeom>
              <a:rect b="b" l="l" r="r" t="t"/>
              <a:pathLst>
                <a:path extrusionOk="0" h="4517" w="10164">
                  <a:moveTo>
                    <a:pt x="2259" y="0"/>
                  </a:moveTo>
                  <a:cubicBezTo>
                    <a:pt x="1636" y="0"/>
                    <a:pt x="1130" y="506"/>
                    <a:pt x="1130" y="1129"/>
                  </a:cubicBezTo>
                  <a:lnTo>
                    <a:pt x="1130" y="1695"/>
                  </a:lnTo>
                  <a:lnTo>
                    <a:pt x="2825" y="1695"/>
                  </a:lnTo>
                  <a:cubicBezTo>
                    <a:pt x="3136" y="1695"/>
                    <a:pt x="3389" y="1945"/>
                    <a:pt x="3389" y="2258"/>
                  </a:cubicBezTo>
                  <a:cubicBezTo>
                    <a:pt x="3389" y="2572"/>
                    <a:pt x="3136" y="2825"/>
                    <a:pt x="2825" y="2825"/>
                  </a:cubicBezTo>
                  <a:lnTo>
                    <a:pt x="567" y="2825"/>
                  </a:lnTo>
                  <a:cubicBezTo>
                    <a:pt x="254" y="2825"/>
                    <a:pt x="1" y="3075"/>
                    <a:pt x="1" y="3388"/>
                  </a:cubicBezTo>
                  <a:lnTo>
                    <a:pt x="1" y="3954"/>
                  </a:lnTo>
                  <a:cubicBezTo>
                    <a:pt x="1" y="4264"/>
                    <a:pt x="254" y="4517"/>
                    <a:pt x="567" y="4517"/>
                  </a:cubicBezTo>
                  <a:lnTo>
                    <a:pt x="9601" y="4517"/>
                  </a:lnTo>
                  <a:cubicBezTo>
                    <a:pt x="9911" y="4517"/>
                    <a:pt x="10164" y="4264"/>
                    <a:pt x="10164" y="3954"/>
                  </a:cubicBezTo>
                  <a:lnTo>
                    <a:pt x="10164" y="3388"/>
                  </a:lnTo>
                  <a:cubicBezTo>
                    <a:pt x="10164" y="3075"/>
                    <a:pt x="9911" y="2825"/>
                    <a:pt x="9601" y="2825"/>
                  </a:cubicBezTo>
                  <a:lnTo>
                    <a:pt x="7342" y="2825"/>
                  </a:lnTo>
                  <a:cubicBezTo>
                    <a:pt x="7029" y="2825"/>
                    <a:pt x="6776" y="2572"/>
                    <a:pt x="6776" y="2258"/>
                  </a:cubicBezTo>
                  <a:cubicBezTo>
                    <a:pt x="6776" y="1945"/>
                    <a:pt x="7029" y="1695"/>
                    <a:pt x="7342" y="1695"/>
                  </a:cubicBezTo>
                  <a:lnTo>
                    <a:pt x="9035" y="1695"/>
                  </a:lnTo>
                  <a:lnTo>
                    <a:pt x="9035" y="1129"/>
                  </a:lnTo>
                  <a:cubicBezTo>
                    <a:pt x="9035" y="506"/>
                    <a:pt x="8529" y="0"/>
                    <a:pt x="79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78" name="Google Shape;1878;p32"/>
            <p:cNvSpPr/>
            <p:nvPr/>
          </p:nvSpPr>
          <p:spPr>
            <a:xfrm>
              <a:off x="5843400" y="1537550"/>
              <a:ext cx="79975" cy="76125"/>
            </a:xfrm>
            <a:custGeom>
              <a:rect b="b" l="l" r="r" t="t"/>
              <a:pathLst>
                <a:path extrusionOk="0" h="3045" w="3199">
                  <a:moveTo>
                    <a:pt x="1603" y="0"/>
                  </a:moveTo>
                  <a:lnTo>
                    <a:pt x="1238" y="738"/>
                  </a:lnTo>
                  <a:cubicBezTo>
                    <a:pt x="1157" y="904"/>
                    <a:pt x="998" y="1018"/>
                    <a:pt x="814" y="1045"/>
                  </a:cubicBezTo>
                  <a:lnTo>
                    <a:pt x="1" y="1163"/>
                  </a:lnTo>
                  <a:lnTo>
                    <a:pt x="588" y="1735"/>
                  </a:lnTo>
                  <a:cubicBezTo>
                    <a:pt x="721" y="1864"/>
                    <a:pt x="784" y="2051"/>
                    <a:pt x="751" y="2235"/>
                  </a:cubicBezTo>
                  <a:lnTo>
                    <a:pt x="612" y="3045"/>
                  </a:lnTo>
                  <a:lnTo>
                    <a:pt x="1338" y="2662"/>
                  </a:lnTo>
                  <a:cubicBezTo>
                    <a:pt x="1421" y="2619"/>
                    <a:pt x="1511" y="2597"/>
                    <a:pt x="1601" y="2597"/>
                  </a:cubicBezTo>
                  <a:cubicBezTo>
                    <a:pt x="1691" y="2597"/>
                    <a:pt x="1781" y="2619"/>
                    <a:pt x="1862" y="2662"/>
                  </a:cubicBezTo>
                  <a:lnTo>
                    <a:pt x="2588" y="3045"/>
                  </a:lnTo>
                  <a:lnTo>
                    <a:pt x="2452" y="2235"/>
                  </a:lnTo>
                  <a:cubicBezTo>
                    <a:pt x="2419" y="2051"/>
                    <a:pt x="2479" y="1864"/>
                    <a:pt x="2612" y="1735"/>
                  </a:cubicBezTo>
                  <a:lnTo>
                    <a:pt x="3199" y="1163"/>
                  </a:lnTo>
                  <a:lnTo>
                    <a:pt x="2389" y="1045"/>
                  </a:lnTo>
                  <a:cubicBezTo>
                    <a:pt x="2205" y="1018"/>
                    <a:pt x="2045" y="904"/>
                    <a:pt x="1964" y="735"/>
                  </a:cubicBezTo>
                  <a:lnTo>
                    <a:pt x="16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879" name="Google Shape;1879;p32"/>
          <p:cNvSpPr txBox="1"/>
          <p:nvPr/>
        </p:nvSpPr>
        <p:spPr>
          <a:xfrm>
            <a:off x="1363825" y="1306325"/>
            <a:ext cx="5043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 u="sng"/>
              <a:t>Built a data-mining assistant to predict game genres from early metadata</a:t>
            </a:r>
            <a:endParaRPr b="1" i="1" u="sng"/>
          </a:p>
        </p:txBody>
      </p:sp>
      <p:sp>
        <p:nvSpPr>
          <p:cNvPr id="1880" name="Google Shape;1880;p32"/>
          <p:cNvSpPr txBox="1"/>
          <p:nvPr/>
        </p:nvSpPr>
        <p:spPr>
          <a:xfrm>
            <a:off x="884975" y="2184738"/>
            <a:ext cx="1616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platform, price, screenshots, trailers, developer history</a:t>
            </a:r>
            <a:endParaRPr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4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p33"/>
          <p:cNvSpPr/>
          <p:nvPr/>
        </p:nvSpPr>
        <p:spPr>
          <a:xfrm flipH="1">
            <a:off x="821528" y="1047218"/>
            <a:ext cx="1313100" cy="1313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6" name="Google Shape;1886;p33"/>
          <p:cNvSpPr txBox="1"/>
          <p:nvPr>
            <p:ph type="title"/>
          </p:nvPr>
        </p:nvSpPr>
        <p:spPr>
          <a:xfrm>
            <a:off x="821525" y="2989850"/>
            <a:ext cx="5199300" cy="61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</a:rPr>
              <a:t>Data Understanding</a:t>
            </a:r>
            <a:endParaRPr sz="6400"/>
          </a:p>
        </p:txBody>
      </p:sp>
      <p:sp>
        <p:nvSpPr>
          <p:cNvPr id="1887" name="Google Shape;1887;p33"/>
          <p:cNvSpPr txBox="1"/>
          <p:nvPr>
            <p:ph idx="2" type="title"/>
          </p:nvPr>
        </p:nvSpPr>
        <p:spPr>
          <a:xfrm>
            <a:off x="821528" y="1240418"/>
            <a:ext cx="1313100" cy="926700"/>
          </a:xfrm>
          <a:prstGeom prst="rect">
            <a:avLst/>
          </a:prstGeom>
        </p:spPr>
        <p:txBody>
          <a:bodyPr anchorCtr="0" anchor="ctr" bIns="91425" lIns="91425" spcFirstLastPara="1" rIns="91425" wrap="square" tIns="265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1888" name="Google Shape;1888;p33"/>
          <p:cNvGrpSpPr/>
          <p:nvPr/>
        </p:nvGrpSpPr>
        <p:grpSpPr>
          <a:xfrm>
            <a:off x="8280450" y="1473987"/>
            <a:ext cx="406500" cy="322800"/>
            <a:chOff x="8280450" y="1473987"/>
            <a:chExt cx="406500" cy="322800"/>
          </a:xfrm>
        </p:grpSpPr>
        <p:sp>
          <p:nvSpPr>
            <p:cNvPr id="1889" name="Google Shape;1889;p33">
              <a:hlinkClick action="ppaction://hlinksldjump" r:id="rId3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33">
              <a:hlinkClick action="ppaction://hlinksldjump" r:id="rId4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33">
              <a:hlinkClick action="ppaction://hlinksldjump" r:id="rId5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33">
              <a:hlinkClick action="ppaction://hlinksldjump" r:id="rId6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93" name="Google Shape;1893;p33"/>
          <p:cNvGrpSpPr/>
          <p:nvPr/>
        </p:nvGrpSpPr>
        <p:grpSpPr>
          <a:xfrm>
            <a:off x="8280450" y="3346713"/>
            <a:ext cx="406500" cy="322800"/>
            <a:chOff x="8280450" y="1473987"/>
            <a:chExt cx="406500" cy="322800"/>
          </a:xfrm>
        </p:grpSpPr>
        <p:sp>
          <p:nvSpPr>
            <p:cNvPr id="1894" name="Google Shape;1894;p33">
              <a:hlinkClick action="ppaction://hlinksldjump" r:id="rId7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33">
              <a:hlinkClick action="ppaction://hlinksldjump" r:id="rId8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33">
              <a:hlinkClick action="ppaction://hlinksldjump" r:id="rId9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33">
              <a:hlinkClick action="ppaction://hlinksldjump" r:id="rId10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98" name="Google Shape;1898;p33"/>
          <p:cNvGrpSpPr/>
          <p:nvPr/>
        </p:nvGrpSpPr>
        <p:grpSpPr>
          <a:xfrm>
            <a:off x="8065601" y="2153651"/>
            <a:ext cx="836197" cy="836197"/>
            <a:chOff x="8065601" y="2153651"/>
            <a:chExt cx="836197" cy="836197"/>
          </a:xfrm>
        </p:grpSpPr>
        <p:grpSp>
          <p:nvGrpSpPr>
            <p:cNvPr id="1899" name="Google Shape;1899;p33"/>
            <p:cNvGrpSpPr/>
            <p:nvPr/>
          </p:nvGrpSpPr>
          <p:grpSpPr>
            <a:xfrm>
              <a:off x="8065601" y="2153651"/>
              <a:ext cx="836197" cy="836197"/>
              <a:chOff x="1956755" y="2080370"/>
              <a:chExt cx="724106" cy="724106"/>
            </a:xfrm>
          </p:grpSpPr>
          <p:sp>
            <p:nvSpPr>
              <p:cNvPr id="1900" name="Google Shape;1900;p33"/>
              <p:cNvSpPr/>
              <p:nvPr/>
            </p:nvSpPr>
            <p:spPr>
              <a:xfrm>
                <a:off x="2118414" y="2080370"/>
                <a:ext cx="400804" cy="724106"/>
              </a:xfrm>
              <a:custGeom>
                <a:rect b="b" l="l" r="r" t="t"/>
                <a:pathLst>
                  <a:path extrusionOk="0" h="6326" w="2929">
                    <a:moveTo>
                      <a:pt x="1" y="0"/>
                    </a:moveTo>
                    <a:lnTo>
                      <a:pt x="133" y="3157"/>
                    </a:lnTo>
                    <a:lnTo>
                      <a:pt x="1" y="6326"/>
                    </a:lnTo>
                    <a:lnTo>
                      <a:pt x="2929" y="6326"/>
                    </a:lnTo>
                    <a:lnTo>
                      <a:pt x="2796" y="3157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1" name="Google Shape;1901;p33"/>
              <p:cNvSpPr/>
              <p:nvPr/>
            </p:nvSpPr>
            <p:spPr>
              <a:xfrm>
                <a:off x="1956755" y="2240509"/>
                <a:ext cx="724106" cy="403829"/>
              </a:xfrm>
              <a:custGeom>
                <a:rect b="b" l="l" r="r" t="t"/>
                <a:pathLst>
                  <a:path extrusionOk="0" h="2929" w="6326">
                    <a:moveTo>
                      <a:pt x="0" y="1"/>
                    </a:moveTo>
                    <a:lnTo>
                      <a:pt x="0" y="2929"/>
                    </a:lnTo>
                    <a:lnTo>
                      <a:pt x="3157" y="2796"/>
                    </a:lnTo>
                    <a:lnTo>
                      <a:pt x="6326" y="2929"/>
                    </a:lnTo>
                    <a:lnTo>
                      <a:pt x="6326" y="1"/>
                    </a:lnTo>
                    <a:lnTo>
                      <a:pt x="3157" y="1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02" name="Google Shape;1902;p33"/>
            <p:cNvSpPr/>
            <p:nvPr/>
          </p:nvSpPr>
          <p:spPr>
            <a:xfrm>
              <a:off x="8316010" y="2209691"/>
              <a:ext cx="335268" cy="724106"/>
            </a:xfrm>
            <a:custGeom>
              <a:rect b="b" l="l" r="r" t="t"/>
              <a:pathLst>
                <a:path extrusionOk="0" h="6326" w="2929">
                  <a:moveTo>
                    <a:pt x="1" y="0"/>
                  </a:moveTo>
                  <a:lnTo>
                    <a:pt x="133" y="3157"/>
                  </a:lnTo>
                  <a:lnTo>
                    <a:pt x="1" y="6326"/>
                  </a:lnTo>
                  <a:lnTo>
                    <a:pt x="2929" y="6326"/>
                  </a:lnTo>
                  <a:lnTo>
                    <a:pt x="2796" y="3157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33"/>
            <p:cNvSpPr/>
            <p:nvPr/>
          </p:nvSpPr>
          <p:spPr>
            <a:xfrm>
              <a:off x="8121649" y="2404052"/>
              <a:ext cx="724106" cy="335268"/>
            </a:xfrm>
            <a:custGeom>
              <a:rect b="b" l="l" r="r" t="t"/>
              <a:pathLst>
                <a:path extrusionOk="0" h="2929" w="6326">
                  <a:moveTo>
                    <a:pt x="0" y="1"/>
                  </a:moveTo>
                  <a:lnTo>
                    <a:pt x="0" y="2929"/>
                  </a:lnTo>
                  <a:lnTo>
                    <a:pt x="3157" y="2796"/>
                  </a:lnTo>
                  <a:lnTo>
                    <a:pt x="6326" y="2929"/>
                  </a:lnTo>
                  <a:lnTo>
                    <a:pt x="6326" y="1"/>
                  </a:lnTo>
                  <a:lnTo>
                    <a:pt x="3157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33">
              <a:hlinkClick action="ppaction://hlinkshowjump?jump=nextslide"/>
            </p:cNvPr>
            <p:cNvSpPr/>
            <p:nvPr/>
          </p:nvSpPr>
          <p:spPr>
            <a:xfrm>
              <a:off x="8700842" y="2499287"/>
              <a:ext cx="91114" cy="133924"/>
            </a:xfrm>
            <a:custGeom>
              <a:rect b="b" l="l" r="r" t="t"/>
              <a:pathLst>
                <a:path extrusionOk="0" h="1170" w="796">
                  <a:moveTo>
                    <a:pt x="1" y="0"/>
                  </a:moveTo>
                  <a:lnTo>
                    <a:pt x="1" y="1169"/>
                  </a:lnTo>
                  <a:lnTo>
                    <a:pt x="796" y="5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33">
              <a:hlinkClick action="ppaction://hlinkshowjump?jump=previousslide"/>
            </p:cNvPr>
            <p:cNvSpPr/>
            <p:nvPr/>
          </p:nvSpPr>
          <p:spPr>
            <a:xfrm>
              <a:off x="8179568" y="2499287"/>
              <a:ext cx="92488" cy="133924"/>
            </a:xfrm>
            <a:custGeom>
              <a:rect b="b" l="l" r="r" t="t"/>
              <a:pathLst>
                <a:path extrusionOk="0" h="1170" w="808">
                  <a:moveTo>
                    <a:pt x="807" y="0"/>
                  </a:moveTo>
                  <a:lnTo>
                    <a:pt x="0" y="579"/>
                  </a:lnTo>
                  <a:lnTo>
                    <a:pt x="807" y="1169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33"/>
            <p:cNvSpPr/>
            <p:nvPr/>
          </p:nvSpPr>
          <p:spPr>
            <a:xfrm>
              <a:off x="8416749" y="2504724"/>
              <a:ext cx="133904" cy="133925"/>
            </a:xfrm>
            <a:custGeom>
              <a:rect b="b" l="l" r="r" t="t"/>
              <a:pathLst>
                <a:path extrusionOk="0" h="1375" w="1375">
                  <a:moveTo>
                    <a:pt x="688" y="1"/>
                  </a:moveTo>
                  <a:cubicBezTo>
                    <a:pt x="314" y="1"/>
                    <a:pt x="1" y="314"/>
                    <a:pt x="1" y="688"/>
                  </a:cubicBezTo>
                  <a:cubicBezTo>
                    <a:pt x="1" y="1073"/>
                    <a:pt x="314" y="1374"/>
                    <a:pt x="688" y="1374"/>
                  </a:cubicBezTo>
                  <a:cubicBezTo>
                    <a:pt x="1073" y="1374"/>
                    <a:pt x="1374" y="1073"/>
                    <a:pt x="1374" y="688"/>
                  </a:cubicBezTo>
                  <a:cubicBezTo>
                    <a:pt x="1374" y="314"/>
                    <a:pt x="1073" y="1"/>
                    <a:pt x="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07" name="Google Shape;1907;p33"/>
            <p:cNvGrpSpPr/>
            <p:nvPr/>
          </p:nvGrpSpPr>
          <p:grpSpPr>
            <a:xfrm>
              <a:off x="8411245" y="2263375"/>
              <a:ext cx="133810" cy="611129"/>
              <a:chOff x="2246360" y="2134049"/>
              <a:chExt cx="133810" cy="611129"/>
            </a:xfrm>
          </p:grpSpPr>
          <p:sp>
            <p:nvSpPr>
              <p:cNvPr id="1908" name="Google Shape;1908;p33"/>
              <p:cNvSpPr/>
              <p:nvPr/>
            </p:nvSpPr>
            <p:spPr>
              <a:xfrm>
                <a:off x="2246360" y="2134049"/>
                <a:ext cx="133810" cy="91229"/>
              </a:xfrm>
              <a:custGeom>
                <a:rect b="b" l="l" r="r" t="t"/>
                <a:pathLst>
                  <a:path extrusionOk="0" h="797" w="1169">
                    <a:moveTo>
                      <a:pt x="579" y="1"/>
                    </a:moveTo>
                    <a:lnTo>
                      <a:pt x="0" y="796"/>
                    </a:lnTo>
                    <a:lnTo>
                      <a:pt x="1169" y="796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9" name="Google Shape;1909;p33"/>
              <p:cNvSpPr/>
              <p:nvPr/>
            </p:nvSpPr>
            <p:spPr>
              <a:xfrm>
                <a:off x="2246360" y="2654063"/>
                <a:ext cx="133810" cy="91114"/>
              </a:xfrm>
              <a:custGeom>
                <a:rect b="b" l="l" r="r" t="t"/>
                <a:pathLst>
                  <a:path extrusionOk="0" h="796" w="1169">
                    <a:moveTo>
                      <a:pt x="0" y="0"/>
                    </a:moveTo>
                    <a:lnTo>
                      <a:pt x="579" y="796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3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p34"/>
          <p:cNvSpPr txBox="1"/>
          <p:nvPr>
            <p:ph type="title"/>
          </p:nvPr>
        </p:nvSpPr>
        <p:spPr>
          <a:xfrm>
            <a:off x="720000" y="778450"/>
            <a:ext cx="65697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Understanding</a:t>
            </a:r>
            <a:endParaRPr/>
          </a:p>
        </p:txBody>
      </p:sp>
      <p:grpSp>
        <p:nvGrpSpPr>
          <p:cNvPr id="1915" name="Google Shape;1915;p34"/>
          <p:cNvGrpSpPr/>
          <p:nvPr/>
        </p:nvGrpSpPr>
        <p:grpSpPr>
          <a:xfrm>
            <a:off x="8280450" y="1473987"/>
            <a:ext cx="406500" cy="322800"/>
            <a:chOff x="8280450" y="1473987"/>
            <a:chExt cx="406500" cy="322800"/>
          </a:xfrm>
        </p:grpSpPr>
        <p:sp>
          <p:nvSpPr>
            <p:cNvPr id="1916" name="Google Shape;1916;p34">
              <a:hlinkClick action="ppaction://hlinksldjump" r:id="rId3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34">
              <a:hlinkClick action="ppaction://hlinksldjump" r:id="rId4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34">
              <a:hlinkClick action="ppaction://hlinksldjump" r:id="rId5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34">
              <a:hlinkClick action="ppaction://hlinksldjump" r:id="rId6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20" name="Google Shape;1920;p34"/>
          <p:cNvGrpSpPr/>
          <p:nvPr/>
        </p:nvGrpSpPr>
        <p:grpSpPr>
          <a:xfrm>
            <a:off x="8280450" y="3346713"/>
            <a:ext cx="406500" cy="322800"/>
            <a:chOff x="8280450" y="1473987"/>
            <a:chExt cx="406500" cy="322800"/>
          </a:xfrm>
        </p:grpSpPr>
        <p:sp>
          <p:nvSpPr>
            <p:cNvPr id="1921" name="Google Shape;1921;p34">
              <a:hlinkClick action="ppaction://hlinksldjump" r:id="rId7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34">
              <a:hlinkClick action="ppaction://hlinksldjump" r:id="rId8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34">
              <a:hlinkClick action="ppaction://hlinksldjump" r:id="rId9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34">
              <a:hlinkClick action="ppaction://hlinksldjump" r:id="rId10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25" name="Google Shape;1925;p34"/>
          <p:cNvGrpSpPr/>
          <p:nvPr/>
        </p:nvGrpSpPr>
        <p:grpSpPr>
          <a:xfrm>
            <a:off x="8065601" y="2153651"/>
            <a:ext cx="836197" cy="836197"/>
            <a:chOff x="8065601" y="2153651"/>
            <a:chExt cx="836197" cy="836197"/>
          </a:xfrm>
        </p:grpSpPr>
        <p:grpSp>
          <p:nvGrpSpPr>
            <p:cNvPr id="1926" name="Google Shape;1926;p34"/>
            <p:cNvGrpSpPr/>
            <p:nvPr/>
          </p:nvGrpSpPr>
          <p:grpSpPr>
            <a:xfrm>
              <a:off x="8065601" y="2153651"/>
              <a:ext cx="836197" cy="836197"/>
              <a:chOff x="1956755" y="2080370"/>
              <a:chExt cx="724106" cy="724106"/>
            </a:xfrm>
          </p:grpSpPr>
          <p:sp>
            <p:nvSpPr>
              <p:cNvPr id="1927" name="Google Shape;1927;p34"/>
              <p:cNvSpPr/>
              <p:nvPr/>
            </p:nvSpPr>
            <p:spPr>
              <a:xfrm>
                <a:off x="2118414" y="2080370"/>
                <a:ext cx="400804" cy="724106"/>
              </a:xfrm>
              <a:custGeom>
                <a:rect b="b" l="l" r="r" t="t"/>
                <a:pathLst>
                  <a:path extrusionOk="0" h="6326" w="2929">
                    <a:moveTo>
                      <a:pt x="1" y="0"/>
                    </a:moveTo>
                    <a:lnTo>
                      <a:pt x="133" y="3157"/>
                    </a:lnTo>
                    <a:lnTo>
                      <a:pt x="1" y="6326"/>
                    </a:lnTo>
                    <a:lnTo>
                      <a:pt x="2929" y="6326"/>
                    </a:lnTo>
                    <a:lnTo>
                      <a:pt x="2796" y="3157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8" name="Google Shape;1928;p34"/>
              <p:cNvSpPr/>
              <p:nvPr/>
            </p:nvSpPr>
            <p:spPr>
              <a:xfrm>
                <a:off x="1956755" y="2240509"/>
                <a:ext cx="724106" cy="403829"/>
              </a:xfrm>
              <a:custGeom>
                <a:rect b="b" l="l" r="r" t="t"/>
                <a:pathLst>
                  <a:path extrusionOk="0" h="2929" w="6326">
                    <a:moveTo>
                      <a:pt x="0" y="1"/>
                    </a:moveTo>
                    <a:lnTo>
                      <a:pt x="0" y="2929"/>
                    </a:lnTo>
                    <a:lnTo>
                      <a:pt x="3157" y="2796"/>
                    </a:lnTo>
                    <a:lnTo>
                      <a:pt x="6326" y="2929"/>
                    </a:lnTo>
                    <a:lnTo>
                      <a:pt x="6326" y="1"/>
                    </a:lnTo>
                    <a:lnTo>
                      <a:pt x="3157" y="1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29" name="Google Shape;1929;p34"/>
            <p:cNvSpPr/>
            <p:nvPr/>
          </p:nvSpPr>
          <p:spPr>
            <a:xfrm>
              <a:off x="8316010" y="2209691"/>
              <a:ext cx="335268" cy="724106"/>
            </a:xfrm>
            <a:custGeom>
              <a:rect b="b" l="l" r="r" t="t"/>
              <a:pathLst>
                <a:path extrusionOk="0" h="6326" w="2929">
                  <a:moveTo>
                    <a:pt x="1" y="0"/>
                  </a:moveTo>
                  <a:lnTo>
                    <a:pt x="133" y="3157"/>
                  </a:lnTo>
                  <a:lnTo>
                    <a:pt x="1" y="6326"/>
                  </a:lnTo>
                  <a:lnTo>
                    <a:pt x="2929" y="6326"/>
                  </a:lnTo>
                  <a:lnTo>
                    <a:pt x="2796" y="3157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34"/>
            <p:cNvSpPr/>
            <p:nvPr/>
          </p:nvSpPr>
          <p:spPr>
            <a:xfrm>
              <a:off x="8121649" y="2404052"/>
              <a:ext cx="724106" cy="335268"/>
            </a:xfrm>
            <a:custGeom>
              <a:rect b="b" l="l" r="r" t="t"/>
              <a:pathLst>
                <a:path extrusionOk="0" h="2929" w="6326">
                  <a:moveTo>
                    <a:pt x="0" y="1"/>
                  </a:moveTo>
                  <a:lnTo>
                    <a:pt x="0" y="2929"/>
                  </a:lnTo>
                  <a:lnTo>
                    <a:pt x="3157" y="2796"/>
                  </a:lnTo>
                  <a:lnTo>
                    <a:pt x="6326" y="2929"/>
                  </a:lnTo>
                  <a:lnTo>
                    <a:pt x="6326" y="1"/>
                  </a:lnTo>
                  <a:lnTo>
                    <a:pt x="3157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34">
              <a:hlinkClick action="ppaction://hlinkshowjump?jump=nextslide"/>
            </p:cNvPr>
            <p:cNvSpPr/>
            <p:nvPr/>
          </p:nvSpPr>
          <p:spPr>
            <a:xfrm>
              <a:off x="8700842" y="2499287"/>
              <a:ext cx="91114" cy="133924"/>
            </a:xfrm>
            <a:custGeom>
              <a:rect b="b" l="l" r="r" t="t"/>
              <a:pathLst>
                <a:path extrusionOk="0" h="1170" w="796">
                  <a:moveTo>
                    <a:pt x="1" y="0"/>
                  </a:moveTo>
                  <a:lnTo>
                    <a:pt x="1" y="1169"/>
                  </a:lnTo>
                  <a:lnTo>
                    <a:pt x="796" y="5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34">
              <a:hlinkClick action="ppaction://hlinkshowjump?jump=previousslide"/>
            </p:cNvPr>
            <p:cNvSpPr/>
            <p:nvPr/>
          </p:nvSpPr>
          <p:spPr>
            <a:xfrm>
              <a:off x="8179568" y="2499287"/>
              <a:ext cx="92488" cy="133924"/>
            </a:xfrm>
            <a:custGeom>
              <a:rect b="b" l="l" r="r" t="t"/>
              <a:pathLst>
                <a:path extrusionOk="0" h="1170" w="808">
                  <a:moveTo>
                    <a:pt x="807" y="0"/>
                  </a:moveTo>
                  <a:lnTo>
                    <a:pt x="0" y="579"/>
                  </a:lnTo>
                  <a:lnTo>
                    <a:pt x="807" y="1169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34"/>
            <p:cNvSpPr/>
            <p:nvPr/>
          </p:nvSpPr>
          <p:spPr>
            <a:xfrm>
              <a:off x="8416749" y="2504724"/>
              <a:ext cx="133904" cy="133925"/>
            </a:xfrm>
            <a:custGeom>
              <a:rect b="b" l="l" r="r" t="t"/>
              <a:pathLst>
                <a:path extrusionOk="0" h="1375" w="1375">
                  <a:moveTo>
                    <a:pt x="688" y="1"/>
                  </a:moveTo>
                  <a:cubicBezTo>
                    <a:pt x="314" y="1"/>
                    <a:pt x="1" y="314"/>
                    <a:pt x="1" y="688"/>
                  </a:cubicBezTo>
                  <a:cubicBezTo>
                    <a:pt x="1" y="1073"/>
                    <a:pt x="314" y="1374"/>
                    <a:pt x="688" y="1374"/>
                  </a:cubicBezTo>
                  <a:cubicBezTo>
                    <a:pt x="1073" y="1374"/>
                    <a:pt x="1374" y="1073"/>
                    <a:pt x="1374" y="688"/>
                  </a:cubicBezTo>
                  <a:cubicBezTo>
                    <a:pt x="1374" y="314"/>
                    <a:pt x="1073" y="1"/>
                    <a:pt x="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34" name="Google Shape;1934;p34"/>
            <p:cNvGrpSpPr/>
            <p:nvPr/>
          </p:nvGrpSpPr>
          <p:grpSpPr>
            <a:xfrm>
              <a:off x="8411245" y="2263375"/>
              <a:ext cx="133810" cy="611129"/>
              <a:chOff x="2246360" y="2134049"/>
              <a:chExt cx="133810" cy="611129"/>
            </a:xfrm>
          </p:grpSpPr>
          <p:sp>
            <p:nvSpPr>
              <p:cNvPr id="1935" name="Google Shape;1935;p34"/>
              <p:cNvSpPr/>
              <p:nvPr/>
            </p:nvSpPr>
            <p:spPr>
              <a:xfrm>
                <a:off x="2246360" y="2134049"/>
                <a:ext cx="133810" cy="91229"/>
              </a:xfrm>
              <a:custGeom>
                <a:rect b="b" l="l" r="r" t="t"/>
                <a:pathLst>
                  <a:path extrusionOk="0" h="797" w="1169">
                    <a:moveTo>
                      <a:pt x="579" y="1"/>
                    </a:moveTo>
                    <a:lnTo>
                      <a:pt x="0" y="796"/>
                    </a:lnTo>
                    <a:lnTo>
                      <a:pt x="1169" y="796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6" name="Google Shape;1936;p34"/>
              <p:cNvSpPr/>
              <p:nvPr/>
            </p:nvSpPr>
            <p:spPr>
              <a:xfrm>
                <a:off x="2246360" y="2654063"/>
                <a:ext cx="133810" cy="91114"/>
              </a:xfrm>
              <a:custGeom>
                <a:rect b="b" l="l" r="r" t="t"/>
                <a:pathLst>
                  <a:path extrusionOk="0" h="796" w="1169">
                    <a:moveTo>
                      <a:pt x="0" y="0"/>
                    </a:moveTo>
                    <a:lnTo>
                      <a:pt x="579" y="796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37" name="Google Shape;1937;p34"/>
          <p:cNvSpPr txBox="1"/>
          <p:nvPr>
            <p:ph idx="4294967295" type="subTitle"/>
          </p:nvPr>
        </p:nvSpPr>
        <p:spPr>
          <a:xfrm>
            <a:off x="4042950" y="1455650"/>
            <a:ext cx="3416400" cy="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Merged Steam dataset from Kaggle with ~66,900 games and 31 variables describing title, genre, pricing, platform, and developer details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p34"/>
          <p:cNvSpPr txBox="1"/>
          <p:nvPr>
            <p:ph idx="4294967295" type="subTitle"/>
          </p:nvPr>
        </p:nvSpPr>
        <p:spPr>
          <a:xfrm>
            <a:off x="4042950" y="2153644"/>
            <a:ext cx="2343300" cy="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Originally uncleaned with mixed types, missing values, and semi-structured JSON fields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39" name="Google Shape;1939;p34"/>
          <p:cNvGrpSpPr/>
          <p:nvPr/>
        </p:nvGrpSpPr>
        <p:grpSpPr>
          <a:xfrm>
            <a:off x="791829" y="1990480"/>
            <a:ext cx="1279788" cy="1882077"/>
            <a:chOff x="5982400" y="2633825"/>
            <a:chExt cx="481975" cy="708800"/>
          </a:xfrm>
        </p:grpSpPr>
        <p:sp>
          <p:nvSpPr>
            <p:cNvPr id="1940" name="Google Shape;1940;p34"/>
            <p:cNvSpPr/>
            <p:nvPr/>
          </p:nvSpPr>
          <p:spPr>
            <a:xfrm>
              <a:off x="5982400" y="2633825"/>
              <a:ext cx="481975" cy="708800"/>
            </a:xfrm>
            <a:custGeom>
              <a:rect b="b" l="l" r="r" t="t"/>
              <a:pathLst>
                <a:path extrusionOk="0" h="28352" w="19279">
                  <a:moveTo>
                    <a:pt x="434" y="0"/>
                  </a:moveTo>
                  <a:cubicBezTo>
                    <a:pt x="193" y="0"/>
                    <a:pt x="0" y="205"/>
                    <a:pt x="0" y="446"/>
                  </a:cubicBezTo>
                  <a:lnTo>
                    <a:pt x="0" y="27917"/>
                  </a:lnTo>
                  <a:cubicBezTo>
                    <a:pt x="0" y="28158"/>
                    <a:pt x="193" y="28351"/>
                    <a:pt x="434" y="28351"/>
                  </a:cubicBezTo>
                  <a:lnTo>
                    <a:pt x="18832" y="28351"/>
                  </a:lnTo>
                  <a:cubicBezTo>
                    <a:pt x="19073" y="28351"/>
                    <a:pt x="19278" y="28158"/>
                    <a:pt x="19278" y="27917"/>
                  </a:cubicBezTo>
                  <a:lnTo>
                    <a:pt x="19278" y="446"/>
                  </a:lnTo>
                  <a:cubicBezTo>
                    <a:pt x="19278" y="205"/>
                    <a:pt x="19073" y="0"/>
                    <a:pt x="188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34"/>
            <p:cNvSpPr/>
            <p:nvPr/>
          </p:nvSpPr>
          <p:spPr>
            <a:xfrm>
              <a:off x="6007550" y="2658461"/>
              <a:ext cx="431675" cy="391925"/>
            </a:xfrm>
            <a:custGeom>
              <a:rect b="b" l="l" r="r" t="t"/>
              <a:pathLst>
                <a:path extrusionOk="0" h="15677" w="17267">
                  <a:moveTo>
                    <a:pt x="434" y="1"/>
                  </a:moveTo>
                  <a:cubicBezTo>
                    <a:pt x="193" y="1"/>
                    <a:pt x="0" y="206"/>
                    <a:pt x="0" y="447"/>
                  </a:cubicBezTo>
                  <a:lnTo>
                    <a:pt x="0" y="15231"/>
                  </a:lnTo>
                  <a:cubicBezTo>
                    <a:pt x="0" y="15472"/>
                    <a:pt x="193" y="15676"/>
                    <a:pt x="434" y="15676"/>
                  </a:cubicBezTo>
                  <a:lnTo>
                    <a:pt x="16832" y="15676"/>
                  </a:lnTo>
                  <a:cubicBezTo>
                    <a:pt x="17073" y="15676"/>
                    <a:pt x="17266" y="15472"/>
                    <a:pt x="17266" y="15231"/>
                  </a:cubicBezTo>
                  <a:lnTo>
                    <a:pt x="17266" y="447"/>
                  </a:lnTo>
                  <a:cubicBezTo>
                    <a:pt x="17266" y="206"/>
                    <a:pt x="17073" y="1"/>
                    <a:pt x="16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34"/>
            <p:cNvSpPr/>
            <p:nvPr/>
          </p:nvSpPr>
          <p:spPr>
            <a:xfrm>
              <a:off x="6025989" y="2679560"/>
              <a:ext cx="394797" cy="347025"/>
            </a:xfrm>
            <a:custGeom>
              <a:rect b="b" l="l" r="r" t="t"/>
              <a:pathLst>
                <a:path extrusionOk="0" h="13881" w="13194">
                  <a:moveTo>
                    <a:pt x="0" y="0"/>
                  </a:moveTo>
                  <a:lnTo>
                    <a:pt x="0" y="13881"/>
                  </a:lnTo>
                  <a:lnTo>
                    <a:pt x="13194" y="13881"/>
                  </a:lnTo>
                  <a:lnTo>
                    <a:pt x="131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34"/>
            <p:cNvSpPr/>
            <p:nvPr/>
          </p:nvSpPr>
          <p:spPr>
            <a:xfrm>
              <a:off x="6024550" y="3109450"/>
              <a:ext cx="106975" cy="106950"/>
            </a:xfrm>
            <a:custGeom>
              <a:rect b="b" l="l" r="r" t="t"/>
              <a:pathLst>
                <a:path extrusionOk="0" h="4278" w="4279">
                  <a:moveTo>
                    <a:pt x="2134" y="0"/>
                  </a:moveTo>
                  <a:cubicBezTo>
                    <a:pt x="953" y="0"/>
                    <a:pt x="1" y="952"/>
                    <a:pt x="1" y="2133"/>
                  </a:cubicBezTo>
                  <a:cubicBezTo>
                    <a:pt x="1" y="3314"/>
                    <a:pt x="953" y="4278"/>
                    <a:pt x="2134" y="4278"/>
                  </a:cubicBezTo>
                  <a:cubicBezTo>
                    <a:pt x="3314" y="4278"/>
                    <a:pt x="4278" y="3314"/>
                    <a:pt x="4278" y="2133"/>
                  </a:cubicBezTo>
                  <a:cubicBezTo>
                    <a:pt x="4278" y="952"/>
                    <a:pt x="3314" y="0"/>
                    <a:pt x="21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34"/>
            <p:cNvSpPr/>
            <p:nvPr/>
          </p:nvSpPr>
          <p:spPr>
            <a:xfrm>
              <a:off x="6028175" y="3113050"/>
              <a:ext cx="99425" cy="99450"/>
            </a:xfrm>
            <a:custGeom>
              <a:rect b="b" l="l" r="r" t="t"/>
              <a:pathLst>
                <a:path extrusionOk="0" h="3978" w="3977">
                  <a:moveTo>
                    <a:pt x="1989" y="1"/>
                  </a:moveTo>
                  <a:cubicBezTo>
                    <a:pt x="892" y="1"/>
                    <a:pt x="1" y="893"/>
                    <a:pt x="1" y="1989"/>
                  </a:cubicBezTo>
                  <a:cubicBezTo>
                    <a:pt x="1" y="3085"/>
                    <a:pt x="892" y="3977"/>
                    <a:pt x="1989" y="3977"/>
                  </a:cubicBezTo>
                  <a:cubicBezTo>
                    <a:pt x="3085" y="3977"/>
                    <a:pt x="3977" y="3085"/>
                    <a:pt x="3977" y="1989"/>
                  </a:cubicBezTo>
                  <a:cubicBezTo>
                    <a:pt x="3977" y="893"/>
                    <a:pt x="3085" y="1"/>
                    <a:pt x="19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34"/>
            <p:cNvSpPr/>
            <p:nvPr/>
          </p:nvSpPr>
          <p:spPr>
            <a:xfrm>
              <a:off x="6040225" y="3125100"/>
              <a:ext cx="75325" cy="75350"/>
            </a:xfrm>
            <a:custGeom>
              <a:rect b="b" l="l" r="r" t="t"/>
              <a:pathLst>
                <a:path extrusionOk="0" h="3014" w="3013">
                  <a:moveTo>
                    <a:pt x="1507" y="1"/>
                  </a:moveTo>
                  <a:cubicBezTo>
                    <a:pt x="675" y="1"/>
                    <a:pt x="1" y="676"/>
                    <a:pt x="1" y="1507"/>
                  </a:cubicBezTo>
                  <a:cubicBezTo>
                    <a:pt x="1" y="2338"/>
                    <a:pt x="675" y="3013"/>
                    <a:pt x="1507" y="3013"/>
                  </a:cubicBezTo>
                  <a:cubicBezTo>
                    <a:pt x="2338" y="3013"/>
                    <a:pt x="3013" y="2338"/>
                    <a:pt x="3013" y="1507"/>
                  </a:cubicBezTo>
                  <a:cubicBezTo>
                    <a:pt x="3013" y="676"/>
                    <a:pt x="2338" y="1"/>
                    <a:pt x="15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34"/>
            <p:cNvSpPr/>
            <p:nvPr/>
          </p:nvSpPr>
          <p:spPr>
            <a:xfrm>
              <a:off x="6044150" y="3129025"/>
              <a:ext cx="67500" cy="67500"/>
            </a:xfrm>
            <a:custGeom>
              <a:rect b="b" l="l" r="r" t="t"/>
              <a:pathLst>
                <a:path extrusionOk="0" h="2700" w="2700">
                  <a:moveTo>
                    <a:pt x="1350" y="0"/>
                  </a:moveTo>
                  <a:cubicBezTo>
                    <a:pt x="603" y="0"/>
                    <a:pt x="0" y="603"/>
                    <a:pt x="0" y="1350"/>
                  </a:cubicBezTo>
                  <a:cubicBezTo>
                    <a:pt x="0" y="2097"/>
                    <a:pt x="603" y="2699"/>
                    <a:pt x="1350" y="2699"/>
                  </a:cubicBezTo>
                  <a:cubicBezTo>
                    <a:pt x="2097" y="2699"/>
                    <a:pt x="2699" y="2097"/>
                    <a:pt x="2699" y="1350"/>
                  </a:cubicBezTo>
                  <a:cubicBezTo>
                    <a:pt x="2699" y="603"/>
                    <a:pt x="2097" y="0"/>
                    <a:pt x="13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34"/>
            <p:cNvSpPr/>
            <p:nvPr/>
          </p:nvSpPr>
          <p:spPr>
            <a:xfrm>
              <a:off x="6056200" y="3141075"/>
              <a:ext cx="43400" cy="43400"/>
            </a:xfrm>
            <a:custGeom>
              <a:rect b="b" l="l" r="r" t="t"/>
              <a:pathLst>
                <a:path extrusionOk="0" h="1736" w="1736">
                  <a:moveTo>
                    <a:pt x="868" y="0"/>
                  </a:moveTo>
                  <a:cubicBezTo>
                    <a:pt x="386" y="0"/>
                    <a:pt x="0" y="386"/>
                    <a:pt x="0" y="868"/>
                  </a:cubicBezTo>
                  <a:cubicBezTo>
                    <a:pt x="0" y="1350"/>
                    <a:pt x="398" y="1735"/>
                    <a:pt x="868" y="1735"/>
                  </a:cubicBezTo>
                  <a:cubicBezTo>
                    <a:pt x="1350" y="1735"/>
                    <a:pt x="1735" y="1350"/>
                    <a:pt x="1735" y="868"/>
                  </a:cubicBezTo>
                  <a:cubicBezTo>
                    <a:pt x="1735" y="386"/>
                    <a:pt x="1350" y="0"/>
                    <a:pt x="8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34"/>
            <p:cNvSpPr/>
            <p:nvPr/>
          </p:nvSpPr>
          <p:spPr>
            <a:xfrm>
              <a:off x="6050175" y="3254025"/>
              <a:ext cx="15375" cy="13300"/>
            </a:xfrm>
            <a:custGeom>
              <a:rect b="b" l="l" r="r" t="t"/>
              <a:pathLst>
                <a:path extrusionOk="0" h="532" w="615">
                  <a:moveTo>
                    <a:pt x="307" y="0"/>
                  </a:moveTo>
                  <a:cubicBezTo>
                    <a:pt x="217" y="0"/>
                    <a:pt x="132" y="46"/>
                    <a:pt x="84" y="133"/>
                  </a:cubicBezTo>
                  <a:cubicBezTo>
                    <a:pt x="0" y="254"/>
                    <a:pt x="48" y="422"/>
                    <a:pt x="181" y="495"/>
                  </a:cubicBezTo>
                  <a:cubicBezTo>
                    <a:pt x="222" y="519"/>
                    <a:pt x="268" y="531"/>
                    <a:pt x="315" y="531"/>
                  </a:cubicBezTo>
                  <a:cubicBezTo>
                    <a:pt x="405" y="531"/>
                    <a:pt x="495" y="486"/>
                    <a:pt x="542" y="398"/>
                  </a:cubicBezTo>
                  <a:cubicBezTo>
                    <a:pt x="615" y="266"/>
                    <a:pt x="566" y="109"/>
                    <a:pt x="446" y="37"/>
                  </a:cubicBezTo>
                  <a:cubicBezTo>
                    <a:pt x="401" y="12"/>
                    <a:pt x="353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34"/>
            <p:cNvSpPr/>
            <p:nvPr/>
          </p:nvSpPr>
          <p:spPr>
            <a:xfrm>
              <a:off x="6050175" y="3277575"/>
              <a:ext cx="15375" cy="13475"/>
            </a:xfrm>
            <a:custGeom>
              <a:rect b="b" l="l" r="r" t="t"/>
              <a:pathLst>
                <a:path extrusionOk="0" h="539" w="615">
                  <a:moveTo>
                    <a:pt x="307" y="1"/>
                  </a:moveTo>
                  <a:cubicBezTo>
                    <a:pt x="263" y="1"/>
                    <a:pt x="219" y="12"/>
                    <a:pt x="181" y="35"/>
                  </a:cubicBezTo>
                  <a:cubicBezTo>
                    <a:pt x="48" y="107"/>
                    <a:pt x="0" y="276"/>
                    <a:pt x="84" y="396"/>
                  </a:cubicBezTo>
                  <a:cubicBezTo>
                    <a:pt x="134" y="487"/>
                    <a:pt x="223" y="538"/>
                    <a:pt x="317" y="538"/>
                  </a:cubicBezTo>
                  <a:cubicBezTo>
                    <a:pt x="360" y="538"/>
                    <a:pt x="404" y="527"/>
                    <a:pt x="446" y="505"/>
                  </a:cubicBezTo>
                  <a:cubicBezTo>
                    <a:pt x="566" y="420"/>
                    <a:pt x="615" y="264"/>
                    <a:pt x="542" y="131"/>
                  </a:cubicBezTo>
                  <a:cubicBezTo>
                    <a:pt x="493" y="49"/>
                    <a:pt x="400" y="1"/>
                    <a:pt x="3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34"/>
            <p:cNvSpPr/>
            <p:nvPr/>
          </p:nvSpPr>
          <p:spPr>
            <a:xfrm>
              <a:off x="6071850" y="3289575"/>
              <a:ext cx="13275" cy="13275"/>
            </a:xfrm>
            <a:custGeom>
              <a:rect b="b" l="l" r="r" t="t"/>
              <a:pathLst>
                <a:path extrusionOk="0" h="531" w="531">
                  <a:moveTo>
                    <a:pt x="266" y="1"/>
                  </a:moveTo>
                  <a:cubicBezTo>
                    <a:pt x="109" y="1"/>
                    <a:pt x="1" y="109"/>
                    <a:pt x="1" y="266"/>
                  </a:cubicBezTo>
                  <a:cubicBezTo>
                    <a:pt x="1" y="410"/>
                    <a:pt x="109" y="531"/>
                    <a:pt x="266" y="531"/>
                  </a:cubicBezTo>
                  <a:cubicBezTo>
                    <a:pt x="410" y="531"/>
                    <a:pt x="531" y="410"/>
                    <a:pt x="531" y="266"/>
                  </a:cubicBezTo>
                  <a:cubicBezTo>
                    <a:pt x="531" y="109"/>
                    <a:pt x="410" y="1"/>
                    <a:pt x="2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34"/>
            <p:cNvSpPr/>
            <p:nvPr/>
          </p:nvSpPr>
          <p:spPr>
            <a:xfrm>
              <a:off x="6091125" y="3277575"/>
              <a:ext cx="15400" cy="13475"/>
            </a:xfrm>
            <a:custGeom>
              <a:rect b="b" l="l" r="r" t="t"/>
              <a:pathLst>
                <a:path extrusionOk="0" h="539" w="616">
                  <a:moveTo>
                    <a:pt x="315" y="1"/>
                  </a:moveTo>
                  <a:cubicBezTo>
                    <a:pt x="222" y="1"/>
                    <a:pt x="134" y="49"/>
                    <a:pt x="85" y="131"/>
                  </a:cubicBezTo>
                  <a:cubicBezTo>
                    <a:pt x="1" y="264"/>
                    <a:pt x="49" y="420"/>
                    <a:pt x="182" y="505"/>
                  </a:cubicBezTo>
                  <a:cubicBezTo>
                    <a:pt x="219" y="527"/>
                    <a:pt x="262" y="538"/>
                    <a:pt x="305" y="538"/>
                  </a:cubicBezTo>
                  <a:cubicBezTo>
                    <a:pt x="399" y="538"/>
                    <a:pt x="493" y="487"/>
                    <a:pt x="543" y="396"/>
                  </a:cubicBezTo>
                  <a:cubicBezTo>
                    <a:pt x="615" y="276"/>
                    <a:pt x="567" y="107"/>
                    <a:pt x="447" y="35"/>
                  </a:cubicBezTo>
                  <a:cubicBezTo>
                    <a:pt x="404" y="12"/>
                    <a:pt x="359" y="1"/>
                    <a:pt x="3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34"/>
            <p:cNvSpPr/>
            <p:nvPr/>
          </p:nvSpPr>
          <p:spPr>
            <a:xfrm>
              <a:off x="6091125" y="3254025"/>
              <a:ext cx="15400" cy="13300"/>
            </a:xfrm>
            <a:custGeom>
              <a:rect b="b" l="l" r="r" t="t"/>
              <a:pathLst>
                <a:path extrusionOk="0" h="532" w="616">
                  <a:moveTo>
                    <a:pt x="315" y="0"/>
                  </a:moveTo>
                  <a:cubicBezTo>
                    <a:pt x="269" y="0"/>
                    <a:pt x="222" y="12"/>
                    <a:pt x="182" y="37"/>
                  </a:cubicBezTo>
                  <a:cubicBezTo>
                    <a:pt x="49" y="109"/>
                    <a:pt x="1" y="266"/>
                    <a:pt x="85" y="398"/>
                  </a:cubicBezTo>
                  <a:cubicBezTo>
                    <a:pt x="133" y="486"/>
                    <a:pt x="217" y="531"/>
                    <a:pt x="307" y="531"/>
                  </a:cubicBezTo>
                  <a:cubicBezTo>
                    <a:pt x="354" y="531"/>
                    <a:pt x="402" y="519"/>
                    <a:pt x="447" y="495"/>
                  </a:cubicBezTo>
                  <a:cubicBezTo>
                    <a:pt x="567" y="422"/>
                    <a:pt x="615" y="254"/>
                    <a:pt x="543" y="133"/>
                  </a:cubicBezTo>
                  <a:cubicBezTo>
                    <a:pt x="495" y="46"/>
                    <a:pt x="405" y="0"/>
                    <a:pt x="3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34"/>
            <p:cNvSpPr/>
            <p:nvPr/>
          </p:nvSpPr>
          <p:spPr>
            <a:xfrm>
              <a:off x="6071850" y="3265775"/>
              <a:ext cx="13275" cy="13275"/>
            </a:xfrm>
            <a:custGeom>
              <a:rect b="b" l="l" r="r" t="t"/>
              <a:pathLst>
                <a:path extrusionOk="0" h="531" w="531">
                  <a:moveTo>
                    <a:pt x="266" y="1"/>
                  </a:moveTo>
                  <a:cubicBezTo>
                    <a:pt x="121" y="1"/>
                    <a:pt x="1" y="121"/>
                    <a:pt x="1" y="266"/>
                  </a:cubicBezTo>
                  <a:cubicBezTo>
                    <a:pt x="1" y="410"/>
                    <a:pt x="121" y="531"/>
                    <a:pt x="266" y="531"/>
                  </a:cubicBezTo>
                  <a:cubicBezTo>
                    <a:pt x="410" y="531"/>
                    <a:pt x="531" y="410"/>
                    <a:pt x="531" y="266"/>
                  </a:cubicBezTo>
                  <a:cubicBezTo>
                    <a:pt x="531" y="121"/>
                    <a:pt x="410" y="1"/>
                    <a:pt x="2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34"/>
            <p:cNvSpPr/>
            <p:nvPr/>
          </p:nvSpPr>
          <p:spPr>
            <a:xfrm>
              <a:off x="6071850" y="3241975"/>
              <a:ext cx="13275" cy="13575"/>
            </a:xfrm>
            <a:custGeom>
              <a:rect b="b" l="l" r="r" t="t"/>
              <a:pathLst>
                <a:path extrusionOk="0" h="543" w="531">
                  <a:moveTo>
                    <a:pt x="266" y="1"/>
                  </a:moveTo>
                  <a:cubicBezTo>
                    <a:pt x="121" y="1"/>
                    <a:pt x="1" y="121"/>
                    <a:pt x="1" y="278"/>
                  </a:cubicBezTo>
                  <a:cubicBezTo>
                    <a:pt x="1" y="423"/>
                    <a:pt x="121" y="543"/>
                    <a:pt x="266" y="543"/>
                  </a:cubicBezTo>
                  <a:cubicBezTo>
                    <a:pt x="410" y="543"/>
                    <a:pt x="531" y="423"/>
                    <a:pt x="531" y="278"/>
                  </a:cubicBezTo>
                  <a:cubicBezTo>
                    <a:pt x="531" y="121"/>
                    <a:pt x="410" y="1"/>
                    <a:pt x="2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34"/>
            <p:cNvSpPr/>
            <p:nvPr/>
          </p:nvSpPr>
          <p:spPr>
            <a:xfrm>
              <a:off x="6253800" y="3095600"/>
              <a:ext cx="172025" cy="171700"/>
            </a:xfrm>
            <a:custGeom>
              <a:rect b="b" l="l" r="r" t="t"/>
              <a:pathLst>
                <a:path extrusionOk="0" h="6868" w="6881">
                  <a:moveTo>
                    <a:pt x="1169" y="0"/>
                  </a:moveTo>
                  <a:cubicBezTo>
                    <a:pt x="518" y="0"/>
                    <a:pt x="0" y="530"/>
                    <a:pt x="0" y="1169"/>
                  </a:cubicBezTo>
                  <a:lnTo>
                    <a:pt x="0" y="5699"/>
                  </a:lnTo>
                  <a:cubicBezTo>
                    <a:pt x="0" y="6350"/>
                    <a:pt x="518" y="6868"/>
                    <a:pt x="1169" y="6868"/>
                  </a:cubicBezTo>
                  <a:lnTo>
                    <a:pt x="5711" y="6868"/>
                  </a:lnTo>
                  <a:cubicBezTo>
                    <a:pt x="6362" y="6868"/>
                    <a:pt x="6880" y="6350"/>
                    <a:pt x="6880" y="5699"/>
                  </a:cubicBezTo>
                  <a:lnTo>
                    <a:pt x="6880" y="1169"/>
                  </a:lnTo>
                  <a:cubicBezTo>
                    <a:pt x="6880" y="530"/>
                    <a:pt x="6362" y="0"/>
                    <a:pt x="57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34"/>
            <p:cNvSpPr/>
            <p:nvPr/>
          </p:nvSpPr>
          <p:spPr>
            <a:xfrm>
              <a:off x="6272175" y="3112150"/>
              <a:ext cx="63875" cy="63900"/>
            </a:xfrm>
            <a:custGeom>
              <a:rect b="b" l="l" r="r" t="t"/>
              <a:pathLst>
                <a:path extrusionOk="0" h="2556" w="2555">
                  <a:moveTo>
                    <a:pt x="1277" y="1"/>
                  </a:moveTo>
                  <a:cubicBezTo>
                    <a:pt x="578" y="1"/>
                    <a:pt x="0" y="579"/>
                    <a:pt x="0" y="1278"/>
                  </a:cubicBezTo>
                  <a:cubicBezTo>
                    <a:pt x="0" y="1977"/>
                    <a:pt x="578" y="2555"/>
                    <a:pt x="1277" y="2555"/>
                  </a:cubicBezTo>
                  <a:cubicBezTo>
                    <a:pt x="1976" y="2555"/>
                    <a:pt x="2554" y="1977"/>
                    <a:pt x="2554" y="1278"/>
                  </a:cubicBezTo>
                  <a:cubicBezTo>
                    <a:pt x="2554" y="579"/>
                    <a:pt x="1976" y="1"/>
                    <a:pt x="12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34"/>
            <p:cNvSpPr/>
            <p:nvPr/>
          </p:nvSpPr>
          <p:spPr>
            <a:xfrm>
              <a:off x="6274575" y="3114575"/>
              <a:ext cx="59375" cy="59350"/>
            </a:xfrm>
            <a:custGeom>
              <a:rect b="b" l="l" r="r" t="t"/>
              <a:pathLst>
                <a:path extrusionOk="0" h="2374" w="2375">
                  <a:moveTo>
                    <a:pt x="1181" y="0"/>
                  </a:moveTo>
                  <a:cubicBezTo>
                    <a:pt x="531" y="0"/>
                    <a:pt x="1" y="530"/>
                    <a:pt x="1" y="1181"/>
                  </a:cubicBezTo>
                  <a:cubicBezTo>
                    <a:pt x="1" y="1832"/>
                    <a:pt x="531" y="2374"/>
                    <a:pt x="1181" y="2374"/>
                  </a:cubicBezTo>
                  <a:cubicBezTo>
                    <a:pt x="1832" y="2374"/>
                    <a:pt x="2374" y="1832"/>
                    <a:pt x="2374" y="1181"/>
                  </a:cubicBezTo>
                  <a:cubicBezTo>
                    <a:pt x="2374" y="530"/>
                    <a:pt x="1832" y="0"/>
                    <a:pt x="11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34"/>
            <p:cNvSpPr/>
            <p:nvPr/>
          </p:nvSpPr>
          <p:spPr>
            <a:xfrm>
              <a:off x="6283925" y="3123900"/>
              <a:ext cx="40675" cy="40700"/>
            </a:xfrm>
            <a:custGeom>
              <a:rect b="b" l="l" r="r" t="t"/>
              <a:pathLst>
                <a:path extrusionOk="0" h="1628" w="1627">
                  <a:moveTo>
                    <a:pt x="807" y="1"/>
                  </a:moveTo>
                  <a:cubicBezTo>
                    <a:pt x="361" y="1"/>
                    <a:pt x="0" y="362"/>
                    <a:pt x="0" y="808"/>
                  </a:cubicBezTo>
                  <a:cubicBezTo>
                    <a:pt x="0" y="1254"/>
                    <a:pt x="361" y="1627"/>
                    <a:pt x="807" y="1627"/>
                  </a:cubicBezTo>
                  <a:cubicBezTo>
                    <a:pt x="1253" y="1627"/>
                    <a:pt x="1627" y="1254"/>
                    <a:pt x="1627" y="808"/>
                  </a:cubicBezTo>
                  <a:cubicBezTo>
                    <a:pt x="1627" y="362"/>
                    <a:pt x="1253" y="1"/>
                    <a:pt x="8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34"/>
            <p:cNvSpPr/>
            <p:nvPr/>
          </p:nvSpPr>
          <p:spPr>
            <a:xfrm>
              <a:off x="6291150" y="3131125"/>
              <a:ext cx="25925" cy="25950"/>
            </a:xfrm>
            <a:custGeom>
              <a:rect b="b" l="l" r="r" t="t"/>
              <a:pathLst>
                <a:path extrusionOk="0" h="1038" w="1037">
                  <a:moveTo>
                    <a:pt x="518" y="1"/>
                  </a:moveTo>
                  <a:cubicBezTo>
                    <a:pt x="229" y="1"/>
                    <a:pt x="0" y="230"/>
                    <a:pt x="0" y="519"/>
                  </a:cubicBezTo>
                  <a:cubicBezTo>
                    <a:pt x="0" y="808"/>
                    <a:pt x="229" y="1037"/>
                    <a:pt x="518" y="1037"/>
                  </a:cubicBezTo>
                  <a:cubicBezTo>
                    <a:pt x="807" y="1037"/>
                    <a:pt x="1036" y="808"/>
                    <a:pt x="1036" y="519"/>
                  </a:cubicBezTo>
                  <a:cubicBezTo>
                    <a:pt x="1036" y="230"/>
                    <a:pt x="807" y="1"/>
                    <a:pt x="5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34"/>
            <p:cNvSpPr/>
            <p:nvPr/>
          </p:nvSpPr>
          <p:spPr>
            <a:xfrm>
              <a:off x="6342950" y="3112150"/>
              <a:ext cx="64175" cy="63600"/>
            </a:xfrm>
            <a:custGeom>
              <a:rect b="b" l="l" r="r" t="t"/>
              <a:pathLst>
                <a:path extrusionOk="0" h="2544" w="2567">
                  <a:moveTo>
                    <a:pt x="1280" y="1"/>
                  </a:moveTo>
                  <a:cubicBezTo>
                    <a:pt x="591" y="1"/>
                    <a:pt x="25" y="562"/>
                    <a:pt x="13" y="1254"/>
                  </a:cubicBezTo>
                  <a:cubicBezTo>
                    <a:pt x="1" y="1965"/>
                    <a:pt x="567" y="2543"/>
                    <a:pt x="1266" y="2543"/>
                  </a:cubicBezTo>
                  <a:cubicBezTo>
                    <a:pt x="1273" y="2543"/>
                    <a:pt x="1281" y="2543"/>
                    <a:pt x="1288" y="2543"/>
                  </a:cubicBezTo>
                  <a:cubicBezTo>
                    <a:pt x="1989" y="2543"/>
                    <a:pt x="2555" y="1982"/>
                    <a:pt x="2555" y="1290"/>
                  </a:cubicBezTo>
                  <a:cubicBezTo>
                    <a:pt x="2567" y="591"/>
                    <a:pt x="2001" y="13"/>
                    <a:pt x="1302" y="1"/>
                  </a:cubicBezTo>
                  <a:cubicBezTo>
                    <a:pt x="1295" y="1"/>
                    <a:pt x="1287" y="1"/>
                    <a:pt x="12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34"/>
            <p:cNvSpPr/>
            <p:nvPr/>
          </p:nvSpPr>
          <p:spPr>
            <a:xfrm>
              <a:off x="6345350" y="3114850"/>
              <a:ext cx="59975" cy="59400"/>
            </a:xfrm>
            <a:custGeom>
              <a:rect b="b" l="l" r="r" t="t"/>
              <a:pathLst>
                <a:path extrusionOk="0" h="2376" w="2399">
                  <a:moveTo>
                    <a:pt x="1204" y="1"/>
                  </a:moveTo>
                  <a:cubicBezTo>
                    <a:pt x="1197" y="1"/>
                    <a:pt x="1189" y="1"/>
                    <a:pt x="1182" y="1"/>
                  </a:cubicBezTo>
                  <a:cubicBezTo>
                    <a:pt x="531" y="13"/>
                    <a:pt x="1" y="543"/>
                    <a:pt x="13" y="1206"/>
                  </a:cubicBezTo>
                  <a:cubicBezTo>
                    <a:pt x="25" y="1849"/>
                    <a:pt x="543" y="2375"/>
                    <a:pt x="1196" y="2375"/>
                  </a:cubicBezTo>
                  <a:cubicBezTo>
                    <a:pt x="1203" y="2375"/>
                    <a:pt x="1211" y="2375"/>
                    <a:pt x="1218" y="2375"/>
                  </a:cubicBezTo>
                  <a:cubicBezTo>
                    <a:pt x="1869" y="2363"/>
                    <a:pt x="2399" y="1821"/>
                    <a:pt x="2387" y="1170"/>
                  </a:cubicBezTo>
                  <a:cubicBezTo>
                    <a:pt x="2375" y="527"/>
                    <a:pt x="1856" y="1"/>
                    <a:pt x="12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34"/>
            <p:cNvSpPr/>
            <p:nvPr/>
          </p:nvSpPr>
          <p:spPr>
            <a:xfrm>
              <a:off x="6355000" y="3123900"/>
              <a:ext cx="40700" cy="40700"/>
            </a:xfrm>
            <a:custGeom>
              <a:rect b="b" l="l" r="r" t="t"/>
              <a:pathLst>
                <a:path extrusionOk="0" h="1628" w="1628">
                  <a:moveTo>
                    <a:pt x="820" y="1"/>
                  </a:moveTo>
                  <a:cubicBezTo>
                    <a:pt x="374" y="1"/>
                    <a:pt x="1" y="362"/>
                    <a:pt x="1" y="808"/>
                  </a:cubicBezTo>
                  <a:cubicBezTo>
                    <a:pt x="1" y="1254"/>
                    <a:pt x="374" y="1627"/>
                    <a:pt x="820" y="1627"/>
                  </a:cubicBezTo>
                  <a:cubicBezTo>
                    <a:pt x="1266" y="1627"/>
                    <a:pt x="1627" y="1254"/>
                    <a:pt x="1627" y="808"/>
                  </a:cubicBezTo>
                  <a:cubicBezTo>
                    <a:pt x="1627" y="362"/>
                    <a:pt x="1266" y="1"/>
                    <a:pt x="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34"/>
            <p:cNvSpPr/>
            <p:nvPr/>
          </p:nvSpPr>
          <p:spPr>
            <a:xfrm>
              <a:off x="6362225" y="3131125"/>
              <a:ext cx="26225" cy="25950"/>
            </a:xfrm>
            <a:custGeom>
              <a:rect b="b" l="l" r="r" t="t"/>
              <a:pathLst>
                <a:path extrusionOk="0" h="1038" w="1049">
                  <a:moveTo>
                    <a:pt x="531" y="1"/>
                  </a:moveTo>
                  <a:cubicBezTo>
                    <a:pt x="242" y="1"/>
                    <a:pt x="1" y="230"/>
                    <a:pt x="1" y="519"/>
                  </a:cubicBezTo>
                  <a:cubicBezTo>
                    <a:pt x="1" y="808"/>
                    <a:pt x="242" y="1037"/>
                    <a:pt x="531" y="1037"/>
                  </a:cubicBezTo>
                  <a:cubicBezTo>
                    <a:pt x="820" y="1037"/>
                    <a:pt x="1049" y="808"/>
                    <a:pt x="1049" y="519"/>
                  </a:cubicBezTo>
                  <a:cubicBezTo>
                    <a:pt x="1049" y="230"/>
                    <a:pt x="820" y="1"/>
                    <a:pt x="5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34"/>
            <p:cNvSpPr/>
            <p:nvPr/>
          </p:nvSpPr>
          <p:spPr>
            <a:xfrm>
              <a:off x="6272175" y="3184450"/>
              <a:ext cx="63875" cy="63875"/>
            </a:xfrm>
            <a:custGeom>
              <a:rect b="b" l="l" r="r" t="t"/>
              <a:pathLst>
                <a:path extrusionOk="0" h="2555" w="2555">
                  <a:moveTo>
                    <a:pt x="1277" y="0"/>
                  </a:moveTo>
                  <a:cubicBezTo>
                    <a:pt x="578" y="0"/>
                    <a:pt x="0" y="579"/>
                    <a:pt x="0" y="1278"/>
                  </a:cubicBezTo>
                  <a:cubicBezTo>
                    <a:pt x="0" y="1976"/>
                    <a:pt x="578" y="2555"/>
                    <a:pt x="1277" y="2555"/>
                  </a:cubicBezTo>
                  <a:cubicBezTo>
                    <a:pt x="1976" y="2555"/>
                    <a:pt x="2554" y="1976"/>
                    <a:pt x="2554" y="1278"/>
                  </a:cubicBezTo>
                  <a:cubicBezTo>
                    <a:pt x="2554" y="579"/>
                    <a:pt x="1976" y="0"/>
                    <a:pt x="12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34"/>
            <p:cNvSpPr/>
            <p:nvPr/>
          </p:nvSpPr>
          <p:spPr>
            <a:xfrm>
              <a:off x="6274575" y="3186550"/>
              <a:ext cx="59375" cy="59375"/>
            </a:xfrm>
            <a:custGeom>
              <a:rect b="b" l="l" r="r" t="t"/>
              <a:pathLst>
                <a:path extrusionOk="0" h="2375" w="2375">
                  <a:moveTo>
                    <a:pt x="1181" y="1"/>
                  </a:moveTo>
                  <a:cubicBezTo>
                    <a:pt x="531" y="1"/>
                    <a:pt x="1" y="531"/>
                    <a:pt x="1" y="1194"/>
                  </a:cubicBezTo>
                  <a:cubicBezTo>
                    <a:pt x="1" y="1844"/>
                    <a:pt x="531" y="2374"/>
                    <a:pt x="1181" y="2374"/>
                  </a:cubicBezTo>
                  <a:cubicBezTo>
                    <a:pt x="1832" y="2374"/>
                    <a:pt x="2374" y="1844"/>
                    <a:pt x="2374" y="1194"/>
                  </a:cubicBezTo>
                  <a:cubicBezTo>
                    <a:pt x="2374" y="531"/>
                    <a:pt x="1832" y="1"/>
                    <a:pt x="11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34"/>
            <p:cNvSpPr/>
            <p:nvPr/>
          </p:nvSpPr>
          <p:spPr>
            <a:xfrm>
              <a:off x="6283925" y="3195900"/>
              <a:ext cx="40675" cy="40675"/>
            </a:xfrm>
            <a:custGeom>
              <a:rect b="b" l="l" r="r" t="t"/>
              <a:pathLst>
                <a:path extrusionOk="0" h="1627" w="1627">
                  <a:moveTo>
                    <a:pt x="807" y="0"/>
                  </a:moveTo>
                  <a:cubicBezTo>
                    <a:pt x="361" y="0"/>
                    <a:pt x="0" y="374"/>
                    <a:pt x="0" y="820"/>
                  </a:cubicBezTo>
                  <a:cubicBezTo>
                    <a:pt x="0" y="1265"/>
                    <a:pt x="361" y="1627"/>
                    <a:pt x="807" y="1627"/>
                  </a:cubicBezTo>
                  <a:cubicBezTo>
                    <a:pt x="1253" y="1627"/>
                    <a:pt x="1627" y="1265"/>
                    <a:pt x="1627" y="820"/>
                  </a:cubicBezTo>
                  <a:cubicBezTo>
                    <a:pt x="1627" y="374"/>
                    <a:pt x="1253" y="0"/>
                    <a:pt x="8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34"/>
            <p:cNvSpPr/>
            <p:nvPr/>
          </p:nvSpPr>
          <p:spPr>
            <a:xfrm>
              <a:off x="6291150" y="3203125"/>
              <a:ext cx="25925" cy="26225"/>
            </a:xfrm>
            <a:custGeom>
              <a:rect b="b" l="l" r="r" t="t"/>
              <a:pathLst>
                <a:path extrusionOk="0" h="1049" w="1037">
                  <a:moveTo>
                    <a:pt x="518" y="0"/>
                  </a:moveTo>
                  <a:cubicBezTo>
                    <a:pt x="229" y="0"/>
                    <a:pt x="0" y="241"/>
                    <a:pt x="0" y="531"/>
                  </a:cubicBezTo>
                  <a:cubicBezTo>
                    <a:pt x="0" y="820"/>
                    <a:pt x="229" y="1049"/>
                    <a:pt x="518" y="1049"/>
                  </a:cubicBezTo>
                  <a:cubicBezTo>
                    <a:pt x="807" y="1049"/>
                    <a:pt x="1036" y="820"/>
                    <a:pt x="1036" y="531"/>
                  </a:cubicBezTo>
                  <a:cubicBezTo>
                    <a:pt x="1036" y="241"/>
                    <a:pt x="807" y="0"/>
                    <a:pt x="5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34"/>
            <p:cNvSpPr/>
            <p:nvPr/>
          </p:nvSpPr>
          <p:spPr>
            <a:xfrm>
              <a:off x="6342950" y="3184450"/>
              <a:ext cx="64175" cy="63575"/>
            </a:xfrm>
            <a:custGeom>
              <a:rect b="b" l="l" r="r" t="t"/>
              <a:pathLst>
                <a:path extrusionOk="0" h="2543" w="2567">
                  <a:moveTo>
                    <a:pt x="1280" y="0"/>
                  </a:moveTo>
                  <a:cubicBezTo>
                    <a:pt x="579" y="0"/>
                    <a:pt x="13" y="562"/>
                    <a:pt x="13" y="1254"/>
                  </a:cubicBezTo>
                  <a:cubicBezTo>
                    <a:pt x="1" y="1952"/>
                    <a:pt x="567" y="2531"/>
                    <a:pt x="1266" y="2543"/>
                  </a:cubicBezTo>
                  <a:cubicBezTo>
                    <a:pt x="1273" y="2543"/>
                    <a:pt x="1280" y="2543"/>
                    <a:pt x="1288" y="2543"/>
                  </a:cubicBezTo>
                  <a:cubicBezTo>
                    <a:pt x="1977" y="2543"/>
                    <a:pt x="2543" y="1981"/>
                    <a:pt x="2555" y="1290"/>
                  </a:cubicBezTo>
                  <a:cubicBezTo>
                    <a:pt x="2567" y="579"/>
                    <a:pt x="2001" y="13"/>
                    <a:pt x="1302" y="0"/>
                  </a:cubicBezTo>
                  <a:cubicBezTo>
                    <a:pt x="1294" y="0"/>
                    <a:pt x="1287" y="0"/>
                    <a:pt x="12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34"/>
            <p:cNvSpPr/>
            <p:nvPr/>
          </p:nvSpPr>
          <p:spPr>
            <a:xfrm>
              <a:off x="6345675" y="3186550"/>
              <a:ext cx="59350" cy="59375"/>
            </a:xfrm>
            <a:custGeom>
              <a:rect b="b" l="l" r="r" t="t"/>
              <a:pathLst>
                <a:path extrusionOk="0" h="2375" w="2374">
                  <a:moveTo>
                    <a:pt x="1193" y="1"/>
                  </a:moveTo>
                  <a:cubicBezTo>
                    <a:pt x="530" y="1"/>
                    <a:pt x="0" y="531"/>
                    <a:pt x="0" y="1194"/>
                  </a:cubicBezTo>
                  <a:cubicBezTo>
                    <a:pt x="0" y="1844"/>
                    <a:pt x="530" y="2374"/>
                    <a:pt x="1193" y="2374"/>
                  </a:cubicBezTo>
                  <a:cubicBezTo>
                    <a:pt x="1844" y="2374"/>
                    <a:pt x="2374" y="1844"/>
                    <a:pt x="2374" y="1194"/>
                  </a:cubicBezTo>
                  <a:cubicBezTo>
                    <a:pt x="2374" y="531"/>
                    <a:pt x="1844" y="1"/>
                    <a:pt x="11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34"/>
            <p:cNvSpPr/>
            <p:nvPr/>
          </p:nvSpPr>
          <p:spPr>
            <a:xfrm>
              <a:off x="6355000" y="3195900"/>
              <a:ext cx="40700" cy="40675"/>
            </a:xfrm>
            <a:custGeom>
              <a:rect b="b" l="l" r="r" t="t"/>
              <a:pathLst>
                <a:path extrusionOk="0" h="1627" w="1628">
                  <a:moveTo>
                    <a:pt x="820" y="0"/>
                  </a:moveTo>
                  <a:cubicBezTo>
                    <a:pt x="362" y="0"/>
                    <a:pt x="1" y="362"/>
                    <a:pt x="1" y="820"/>
                  </a:cubicBezTo>
                  <a:cubicBezTo>
                    <a:pt x="1" y="1265"/>
                    <a:pt x="362" y="1627"/>
                    <a:pt x="820" y="1627"/>
                  </a:cubicBezTo>
                  <a:cubicBezTo>
                    <a:pt x="1266" y="1627"/>
                    <a:pt x="1627" y="1265"/>
                    <a:pt x="1627" y="820"/>
                  </a:cubicBezTo>
                  <a:cubicBezTo>
                    <a:pt x="1627" y="362"/>
                    <a:pt x="1266" y="0"/>
                    <a:pt x="8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34"/>
            <p:cNvSpPr/>
            <p:nvPr/>
          </p:nvSpPr>
          <p:spPr>
            <a:xfrm>
              <a:off x="6362225" y="3203125"/>
              <a:ext cx="26225" cy="26225"/>
            </a:xfrm>
            <a:custGeom>
              <a:rect b="b" l="l" r="r" t="t"/>
              <a:pathLst>
                <a:path extrusionOk="0" h="1049" w="1049">
                  <a:moveTo>
                    <a:pt x="531" y="0"/>
                  </a:moveTo>
                  <a:cubicBezTo>
                    <a:pt x="242" y="0"/>
                    <a:pt x="1" y="241"/>
                    <a:pt x="1" y="531"/>
                  </a:cubicBezTo>
                  <a:cubicBezTo>
                    <a:pt x="1" y="820"/>
                    <a:pt x="242" y="1049"/>
                    <a:pt x="531" y="1049"/>
                  </a:cubicBezTo>
                  <a:cubicBezTo>
                    <a:pt x="820" y="1049"/>
                    <a:pt x="1049" y="820"/>
                    <a:pt x="1049" y="531"/>
                  </a:cubicBezTo>
                  <a:cubicBezTo>
                    <a:pt x="1049" y="241"/>
                    <a:pt x="820" y="0"/>
                    <a:pt x="5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34"/>
            <p:cNvSpPr/>
            <p:nvPr/>
          </p:nvSpPr>
          <p:spPr>
            <a:xfrm>
              <a:off x="6152275" y="3133250"/>
              <a:ext cx="78350" cy="27725"/>
            </a:xfrm>
            <a:custGeom>
              <a:rect b="b" l="l" r="r" t="t"/>
              <a:pathLst>
                <a:path extrusionOk="0" h="1109" w="3134">
                  <a:moveTo>
                    <a:pt x="555" y="0"/>
                  </a:moveTo>
                  <a:cubicBezTo>
                    <a:pt x="254" y="0"/>
                    <a:pt x="1" y="253"/>
                    <a:pt x="1" y="554"/>
                  </a:cubicBezTo>
                  <a:cubicBezTo>
                    <a:pt x="1" y="856"/>
                    <a:pt x="254" y="1109"/>
                    <a:pt x="555" y="1109"/>
                  </a:cubicBezTo>
                  <a:lnTo>
                    <a:pt x="2591" y="1109"/>
                  </a:lnTo>
                  <a:cubicBezTo>
                    <a:pt x="2892" y="1109"/>
                    <a:pt x="3133" y="856"/>
                    <a:pt x="3133" y="554"/>
                  </a:cubicBezTo>
                  <a:cubicBezTo>
                    <a:pt x="3133" y="253"/>
                    <a:pt x="2892" y="0"/>
                    <a:pt x="25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34"/>
            <p:cNvSpPr/>
            <p:nvPr/>
          </p:nvSpPr>
          <p:spPr>
            <a:xfrm>
              <a:off x="6157400" y="3138375"/>
              <a:ext cx="68100" cy="17475"/>
            </a:xfrm>
            <a:custGeom>
              <a:rect b="b" l="l" r="r" t="t"/>
              <a:pathLst>
                <a:path extrusionOk="0" h="699" w="2724">
                  <a:moveTo>
                    <a:pt x="350" y="0"/>
                  </a:moveTo>
                  <a:cubicBezTo>
                    <a:pt x="157" y="0"/>
                    <a:pt x="1" y="157"/>
                    <a:pt x="1" y="349"/>
                  </a:cubicBezTo>
                  <a:cubicBezTo>
                    <a:pt x="1" y="542"/>
                    <a:pt x="157" y="699"/>
                    <a:pt x="350" y="699"/>
                  </a:cubicBezTo>
                  <a:lnTo>
                    <a:pt x="2386" y="699"/>
                  </a:lnTo>
                  <a:cubicBezTo>
                    <a:pt x="2579" y="699"/>
                    <a:pt x="2724" y="542"/>
                    <a:pt x="2724" y="349"/>
                  </a:cubicBezTo>
                  <a:cubicBezTo>
                    <a:pt x="2724" y="157"/>
                    <a:pt x="2579" y="0"/>
                    <a:pt x="23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34"/>
            <p:cNvSpPr/>
            <p:nvPr/>
          </p:nvSpPr>
          <p:spPr>
            <a:xfrm>
              <a:off x="6152275" y="3169400"/>
              <a:ext cx="78350" cy="27425"/>
            </a:xfrm>
            <a:custGeom>
              <a:rect b="b" l="l" r="r" t="t"/>
              <a:pathLst>
                <a:path extrusionOk="0" h="1097" w="3134">
                  <a:moveTo>
                    <a:pt x="555" y="0"/>
                  </a:moveTo>
                  <a:cubicBezTo>
                    <a:pt x="254" y="0"/>
                    <a:pt x="1" y="241"/>
                    <a:pt x="1" y="554"/>
                  </a:cubicBezTo>
                  <a:cubicBezTo>
                    <a:pt x="1" y="855"/>
                    <a:pt x="254" y="1096"/>
                    <a:pt x="555" y="1096"/>
                  </a:cubicBezTo>
                  <a:lnTo>
                    <a:pt x="2591" y="1096"/>
                  </a:lnTo>
                  <a:cubicBezTo>
                    <a:pt x="2892" y="1096"/>
                    <a:pt x="3133" y="855"/>
                    <a:pt x="3133" y="554"/>
                  </a:cubicBezTo>
                  <a:cubicBezTo>
                    <a:pt x="3133" y="241"/>
                    <a:pt x="2892" y="0"/>
                    <a:pt x="25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34"/>
            <p:cNvSpPr/>
            <p:nvPr/>
          </p:nvSpPr>
          <p:spPr>
            <a:xfrm>
              <a:off x="6157400" y="3174500"/>
              <a:ext cx="68100" cy="17200"/>
            </a:xfrm>
            <a:custGeom>
              <a:rect b="b" l="l" r="r" t="t"/>
              <a:pathLst>
                <a:path extrusionOk="0" h="688" w="2724">
                  <a:moveTo>
                    <a:pt x="350" y="1"/>
                  </a:moveTo>
                  <a:cubicBezTo>
                    <a:pt x="157" y="1"/>
                    <a:pt x="1" y="157"/>
                    <a:pt x="1" y="338"/>
                  </a:cubicBezTo>
                  <a:cubicBezTo>
                    <a:pt x="1" y="531"/>
                    <a:pt x="157" y="688"/>
                    <a:pt x="350" y="688"/>
                  </a:cubicBezTo>
                  <a:lnTo>
                    <a:pt x="2386" y="688"/>
                  </a:lnTo>
                  <a:cubicBezTo>
                    <a:pt x="2579" y="688"/>
                    <a:pt x="2724" y="531"/>
                    <a:pt x="2724" y="338"/>
                  </a:cubicBezTo>
                  <a:cubicBezTo>
                    <a:pt x="2724" y="157"/>
                    <a:pt x="2579" y="1"/>
                    <a:pt x="23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976" name="Google Shape;1976;p34"/>
          <p:cNvCxnSpPr/>
          <p:nvPr/>
        </p:nvCxnSpPr>
        <p:spPr>
          <a:xfrm flipH="1" rot="10800000">
            <a:off x="2146325" y="1724650"/>
            <a:ext cx="776100" cy="4290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round/>
            <a:headEnd len="med" w="med" type="diamond"/>
            <a:tailEnd len="med" w="med" type="none"/>
          </a:ln>
        </p:spPr>
      </p:cxnSp>
      <p:cxnSp>
        <p:nvCxnSpPr>
          <p:cNvPr id="1977" name="Google Shape;1977;p34"/>
          <p:cNvCxnSpPr/>
          <p:nvPr/>
        </p:nvCxnSpPr>
        <p:spPr>
          <a:xfrm>
            <a:off x="2130568" y="3158703"/>
            <a:ext cx="807600" cy="6006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round/>
            <a:headEnd len="med" w="med" type="diamond"/>
            <a:tailEnd len="med" w="med" type="none"/>
          </a:ln>
        </p:spPr>
      </p:cxnSp>
      <p:sp>
        <p:nvSpPr>
          <p:cNvPr id="1978" name="Google Shape;1978;p34"/>
          <p:cNvSpPr txBox="1"/>
          <p:nvPr>
            <p:ph idx="4294967295" type="subTitle"/>
          </p:nvPr>
        </p:nvSpPr>
        <p:spPr>
          <a:xfrm>
            <a:off x="1008378" y="2360517"/>
            <a:ext cx="846900" cy="466500"/>
          </a:xfrm>
          <a:prstGeom prst="rect">
            <a:avLst/>
          </a:prstGeom>
        </p:spPr>
        <p:txBody>
          <a:bodyPr anchorCtr="0" anchor="b" bIns="56325" lIns="56325" spcFirstLastPara="1" rIns="56325" wrap="square" tIns="56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9">
                <a:latin typeface="Press Start 2P"/>
                <a:ea typeface="Press Start 2P"/>
                <a:cs typeface="Press Start 2P"/>
                <a:sym typeface="Press Start 2P"/>
              </a:rPr>
              <a:t>DATASET</a:t>
            </a:r>
            <a:endParaRPr sz="1109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cxnSp>
        <p:nvCxnSpPr>
          <p:cNvPr id="1979" name="Google Shape;1979;p34"/>
          <p:cNvCxnSpPr/>
          <p:nvPr/>
        </p:nvCxnSpPr>
        <p:spPr>
          <a:xfrm flipH="1" rot="10800000">
            <a:off x="2108975" y="2440350"/>
            <a:ext cx="891300" cy="171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round/>
            <a:headEnd len="med" w="med" type="diamond"/>
            <a:tailEnd len="med" w="med" type="none"/>
          </a:ln>
        </p:spPr>
      </p:cxnSp>
      <p:cxnSp>
        <p:nvCxnSpPr>
          <p:cNvPr id="1980" name="Google Shape;1980;p34"/>
          <p:cNvCxnSpPr/>
          <p:nvPr/>
        </p:nvCxnSpPr>
        <p:spPr>
          <a:xfrm>
            <a:off x="2130568" y="2827028"/>
            <a:ext cx="754500" cy="3447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round/>
            <a:headEnd len="med" w="med" type="diamond"/>
            <a:tailEnd len="med" w="med" type="none"/>
          </a:ln>
        </p:spPr>
      </p:cxnSp>
      <p:sp>
        <p:nvSpPr>
          <p:cNvPr id="1981" name="Google Shape;1981;p34"/>
          <p:cNvSpPr/>
          <p:nvPr/>
        </p:nvSpPr>
        <p:spPr>
          <a:xfrm>
            <a:off x="3060150" y="1520525"/>
            <a:ext cx="982800" cy="4290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Source</a:t>
            </a:r>
            <a:endParaRPr sz="1800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982" name="Google Shape;1982;p34"/>
          <p:cNvSpPr/>
          <p:nvPr/>
        </p:nvSpPr>
        <p:spPr>
          <a:xfrm>
            <a:off x="3060150" y="2234400"/>
            <a:ext cx="982800" cy="4290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Data Issues</a:t>
            </a:r>
            <a:endParaRPr sz="1800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983" name="Google Shape;1983;p34"/>
          <p:cNvSpPr/>
          <p:nvPr/>
        </p:nvSpPr>
        <p:spPr>
          <a:xfrm>
            <a:off x="3060150" y="2956375"/>
            <a:ext cx="982800" cy="4290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Key Variables</a:t>
            </a:r>
            <a:endParaRPr sz="1600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984" name="Google Shape;1984;p34"/>
          <p:cNvSpPr/>
          <p:nvPr/>
        </p:nvSpPr>
        <p:spPr>
          <a:xfrm>
            <a:off x="3060138" y="3591875"/>
            <a:ext cx="982800" cy="4290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Biases &amp; Patterns</a:t>
            </a:r>
            <a:endParaRPr sz="1600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1985" name="Google Shape;1985;p34"/>
          <p:cNvSpPr txBox="1"/>
          <p:nvPr/>
        </p:nvSpPr>
        <p:spPr>
          <a:xfrm>
            <a:off x="4042950" y="2851650"/>
            <a:ext cx="372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team_appid, name, genres, price_overview, is_free, required_age, platforms, supported_languages, developers, publishers, screenshots, </a:t>
            </a:r>
            <a:r>
              <a:rPr lang="en" sz="900"/>
              <a:t>and</a:t>
            </a:r>
            <a:r>
              <a:rPr b="1" lang="en" sz="900"/>
              <a:t> movies</a:t>
            </a:r>
            <a:endParaRPr b="1" sz="1100"/>
          </a:p>
        </p:txBody>
      </p:sp>
      <p:sp>
        <p:nvSpPr>
          <p:cNvPr id="1986" name="Google Shape;1986;p34"/>
          <p:cNvSpPr txBox="1"/>
          <p:nvPr/>
        </p:nvSpPr>
        <p:spPr>
          <a:xfrm>
            <a:off x="4042950" y="3491650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Windows games dominate vs. Mac and Linux-based; Genres overrepresented (e.g. </a:t>
            </a:r>
            <a:r>
              <a:rPr lang="en" sz="900"/>
              <a:t>Action and Indie); </a:t>
            </a:r>
            <a:r>
              <a:rPr lang="en" sz="900"/>
              <a:t>Tagging practices vary across developers (causing class imbalance)</a:t>
            </a:r>
            <a:endParaRPr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0" name="Shape 1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1" name="Google Shape;1991;p35"/>
          <p:cNvSpPr/>
          <p:nvPr/>
        </p:nvSpPr>
        <p:spPr>
          <a:xfrm flipH="1">
            <a:off x="821528" y="1047218"/>
            <a:ext cx="1313100" cy="1313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2" name="Google Shape;1992;p35"/>
          <p:cNvSpPr txBox="1"/>
          <p:nvPr>
            <p:ph type="title"/>
          </p:nvPr>
        </p:nvSpPr>
        <p:spPr>
          <a:xfrm>
            <a:off x="821525" y="2989850"/>
            <a:ext cx="5199300" cy="61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</a:rPr>
              <a:t>Data Preparation and EDA</a:t>
            </a:r>
            <a:endParaRPr sz="1800"/>
          </a:p>
        </p:txBody>
      </p:sp>
      <p:sp>
        <p:nvSpPr>
          <p:cNvPr id="1993" name="Google Shape;1993;p35"/>
          <p:cNvSpPr txBox="1"/>
          <p:nvPr>
            <p:ph idx="2" type="title"/>
          </p:nvPr>
        </p:nvSpPr>
        <p:spPr>
          <a:xfrm>
            <a:off x="821528" y="1240418"/>
            <a:ext cx="1313100" cy="926700"/>
          </a:xfrm>
          <a:prstGeom prst="rect">
            <a:avLst/>
          </a:prstGeom>
        </p:spPr>
        <p:txBody>
          <a:bodyPr anchorCtr="0" anchor="ctr" bIns="91425" lIns="91425" spcFirstLastPara="1" rIns="91425" wrap="square" tIns="265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1994" name="Google Shape;1994;p35"/>
          <p:cNvGrpSpPr/>
          <p:nvPr/>
        </p:nvGrpSpPr>
        <p:grpSpPr>
          <a:xfrm>
            <a:off x="8280450" y="1473987"/>
            <a:ext cx="406500" cy="322800"/>
            <a:chOff x="8280450" y="1473987"/>
            <a:chExt cx="406500" cy="322800"/>
          </a:xfrm>
        </p:grpSpPr>
        <p:sp>
          <p:nvSpPr>
            <p:cNvPr id="1995" name="Google Shape;1995;p35">
              <a:hlinkClick action="ppaction://hlinksldjump" r:id="rId3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35">
              <a:hlinkClick action="ppaction://hlinksldjump" r:id="rId4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35">
              <a:hlinkClick action="ppaction://hlinksldjump" r:id="rId5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35">
              <a:hlinkClick action="ppaction://hlinksldjump" r:id="rId6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99" name="Google Shape;1999;p35"/>
          <p:cNvGrpSpPr/>
          <p:nvPr/>
        </p:nvGrpSpPr>
        <p:grpSpPr>
          <a:xfrm>
            <a:off x="8280450" y="3346713"/>
            <a:ext cx="406500" cy="322800"/>
            <a:chOff x="8280450" y="1473987"/>
            <a:chExt cx="406500" cy="322800"/>
          </a:xfrm>
        </p:grpSpPr>
        <p:sp>
          <p:nvSpPr>
            <p:cNvPr id="2000" name="Google Shape;2000;p35">
              <a:hlinkClick action="ppaction://hlinksldjump" r:id="rId7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35">
              <a:hlinkClick action="ppaction://hlinksldjump" r:id="rId8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35">
              <a:hlinkClick action="ppaction://hlinksldjump" r:id="rId9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35">
              <a:hlinkClick action="ppaction://hlinksldjump" r:id="rId10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4" name="Google Shape;2004;p35"/>
          <p:cNvGrpSpPr/>
          <p:nvPr/>
        </p:nvGrpSpPr>
        <p:grpSpPr>
          <a:xfrm>
            <a:off x="8065601" y="2153651"/>
            <a:ext cx="836197" cy="836197"/>
            <a:chOff x="8065601" y="2153651"/>
            <a:chExt cx="836197" cy="836197"/>
          </a:xfrm>
        </p:grpSpPr>
        <p:grpSp>
          <p:nvGrpSpPr>
            <p:cNvPr id="2005" name="Google Shape;2005;p35"/>
            <p:cNvGrpSpPr/>
            <p:nvPr/>
          </p:nvGrpSpPr>
          <p:grpSpPr>
            <a:xfrm>
              <a:off x="8065601" y="2153651"/>
              <a:ext cx="836197" cy="836197"/>
              <a:chOff x="1956755" y="2080370"/>
              <a:chExt cx="724106" cy="724106"/>
            </a:xfrm>
          </p:grpSpPr>
          <p:sp>
            <p:nvSpPr>
              <p:cNvPr id="2006" name="Google Shape;2006;p35"/>
              <p:cNvSpPr/>
              <p:nvPr/>
            </p:nvSpPr>
            <p:spPr>
              <a:xfrm>
                <a:off x="2118414" y="2080370"/>
                <a:ext cx="400804" cy="724106"/>
              </a:xfrm>
              <a:custGeom>
                <a:rect b="b" l="l" r="r" t="t"/>
                <a:pathLst>
                  <a:path extrusionOk="0" h="6326" w="2929">
                    <a:moveTo>
                      <a:pt x="1" y="0"/>
                    </a:moveTo>
                    <a:lnTo>
                      <a:pt x="133" y="3157"/>
                    </a:lnTo>
                    <a:lnTo>
                      <a:pt x="1" y="6326"/>
                    </a:lnTo>
                    <a:lnTo>
                      <a:pt x="2929" y="6326"/>
                    </a:lnTo>
                    <a:lnTo>
                      <a:pt x="2796" y="3157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7" name="Google Shape;2007;p35"/>
              <p:cNvSpPr/>
              <p:nvPr/>
            </p:nvSpPr>
            <p:spPr>
              <a:xfrm>
                <a:off x="1956755" y="2240509"/>
                <a:ext cx="724106" cy="403829"/>
              </a:xfrm>
              <a:custGeom>
                <a:rect b="b" l="l" r="r" t="t"/>
                <a:pathLst>
                  <a:path extrusionOk="0" h="2929" w="6326">
                    <a:moveTo>
                      <a:pt x="0" y="1"/>
                    </a:moveTo>
                    <a:lnTo>
                      <a:pt x="0" y="2929"/>
                    </a:lnTo>
                    <a:lnTo>
                      <a:pt x="3157" y="2796"/>
                    </a:lnTo>
                    <a:lnTo>
                      <a:pt x="6326" y="2929"/>
                    </a:lnTo>
                    <a:lnTo>
                      <a:pt x="6326" y="1"/>
                    </a:lnTo>
                    <a:lnTo>
                      <a:pt x="3157" y="1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08" name="Google Shape;2008;p35"/>
            <p:cNvSpPr/>
            <p:nvPr/>
          </p:nvSpPr>
          <p:spPr>
            <a:xfrm>
              <a:off x="8316010" y="2209691"/>
              <a:ext cx="335268" cy="724106"/>
            </a:xfrm>
            <a:custGeom>
              <a:rect b="b" l="l" r="r" t="t"/>
              <a:pathLst>
                <a:path extrusionOk="0" h="6326" w="2929">
                  <a:moveTo>
                    <a:pt x="1" y="0"/>
                  </a:moveTo>
                  <a:lnTo>
                    <a:pt x="133" y="3157"/>
                  </a:lnTo>
                  <a:lnTo>
                    <a:pt x="1" y="6326"/>
                  </a:lnTo>
                  <a:lnTo>
                    <a:pt x="2929" y="6326"/>
                  </a:lnTo>
                  <a:lnTo>
                    <a:pt x="2796" y="3157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35"/>
            <p:cNvSpPr/>
            <p:nvPr/>
          </p:nvSpPr>
          <p:spPr>
            <a:xfrm>
              <a:off x="8121649" y="2404052"/>
              <a:ext cx="724106" cy="335268"/>
            </a:xfrm>
            <a:custGeom>
              <a:rect b="b" l="l" r="r" t="t"/>
              <a:pathLst>
                <a:path extrusionOk="0" h="2929" w="6326">
                  <a:moveTo>
                    <a:pt x="0" y="1"/>
                  </a:moveTo>
                  <a:lnTo>
                    <a:pt x="0" y="2929"/>
                  </a:lnTo>
                  <a:lnTo>
                    <a:pt x="3157" y="2796"/>
                  </a:lnTo>
                  <a:lnTo>
                    <a:pt x="6326" y="2929"/>
                  </a:lnTo>
                  <a:lnTo>
                    <a:pt x="6326" y="1"/>
                  </a:lnTo>
                  <a:lnTo>
                    <a:pt x="3157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35">
              <a:hlinkClick action="ppaction://hlinkshowjump?jump=nextslide"/>
            </p:cNvPr>
            <p:cNvSpPr/>
            <p:nvPr/>
          </p:nvSpPr>
          <p:spPr>
            <a:xfrm>
              <a:off x="8700842" y="2499287"/>
              <a:ext cx="91114" cy="133924"/>
            </a:xfrm>
            <a:custGeom>
              <a:rect b="b" l="l" r="r" t="t"/>
              <a:pathLst>
                <a:path extrusionOk="0" h="1170" w="796">
                  <a:moveTo>
                    <a:pt x="1" y="0"/>
                  </a:moveTo>
                  <a:lnTo>
                    <a:pt x="1" y="1169"/>
                  </a:lnTo>
                  <a:lnTo>
                    <a:pt x="796" y="5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35">
              <a:hlinkClick action="ppaction://hlinkshowjump?jump=previousslide"/>
            </p:cNvPr>
            <p:cNvSpPr/>
            <p:nvPr/>
          </p:nvSpPr>
          <p:spPr>
            <a:xfrm>
              <a:off x="8179568" y="2499287"/>
              <a:ext cx="92488" cy="133924"/>
            </a:xfrm>
            <a:custGeom>
              <a:rect b="b" l="l" r="r" t="t"/>
              <a:pathLst>
                <a:path extrusionOk="0" h="1170" w="808">
                  <a:moveTo>
                    <a:pt x="807" y="0"/>
                  </a:moveTo>
                  <a:lnTo>
                    <a:pt x="0" y="579"/>
                  </a:lnTo>
                  <a:lnTo>
                    <a:pt x="807" y="1169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35"/>
            <p:cNvSpPr/>
            <p:nvPr/>
          </p:nvSpPr>
          <p:spPr>
            <a:xfrm>
              <a:off x="8416749" y="2504724"/>
              <a:ext cx="133904" cy="133925"/>
            </a:xfrm>
            <a:custGeom>
              <a:rect b="b" l="l" r="r" t="t"/>
              <a:pathLst>
                <a:path extrusionOk="0" h="1375" w="1375">
                  <a:moveTo>
                    <a:pt x="688" y="1"/>
                  </a:moveTo>
                  <a:cubicBezTo>
                    <a:pt x="314" y="1"/>
                    <a:pt x="1" y="314"/>
                    <a:pt x="1" y="688"/>
                  </a:cubicBezTo>
                  <a:cubicBezTo>
                    <a:pt x="1" y="1073"/>
                    <a:pt x="314" y="1374"/>
                    <a:pt x="688" y="1374"/>
                  </a:cubicBezTo>
                  <a:cubicBezTo>
                    <a:pt x="1073" y="1374"/>
                    <a:pt x="1374" y="1073"/>
                    <a:pt x="1374" y="688"/>
                  </a:cubicBezTo>
                  <a:cubicBezTo>
                    <a:pt x="1374" y="314"/>
                    <a:pt x="1073" y="1"/>
                    <a:pt x="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13" name="Google Shape;2013;p35"/>
            <p:cNvGrpSpPr/>
            <p:nvPr/>
          </p:nvGrpSpPr>
          <p:grpSpPr>
            <a:xfrm>
              <a:off x="8411245" y="2263375"/>
              <a:ext cx="133810" cy="611129"/>
              <a:chOff x="2246360" y="2134049"/>
              <a:chExt cx="133810" cy="611129"/>
            </a:xfrm>
          </p:grpSpPr>
          <p:sp>
            <p:nvSpPr>
              <p:cNvPr id="2014" name="Google Shape;2014;p35"/>
              <p:cNvSpPr/>
              <p:nvPr/>
            </p:nvSpPr>
            <p:spPr>
              <a:xfrm>
                <a:off x="2246360" y="2134049"/>
                <a:ext cx="133810" cy="91229"/>
              </a:xfrm>
              <a:custGeom>
                <a:rect b="b" l="l" r="r" t="t"/>
                <a:pathLst>
                  <a:path extrusionOk="0" h="797" w="1169">
                    <a:moveTo>
                      <a:pt x="579" y="1"/>
                    </a:moveTo>
                    <a:lnTo>
                      <a:pt x="0" y="796"/>
                    </a:lnTo>
                    <a:lnTo>
                      <a:pt x="1169" y="796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5" name="Google Shape;2015;p35"/>
              <p:cNvSpPr/>
              <p:nvPr/>
            </p:nvSpPr>
            <p:spPr>
              <a:xfrm>
                <a:off x="2246360" y="2654063"/>
                <a:ext cx="133810" cy="91114"/>
              </a:xfrm>
              <a:custGeom>
                <a:rect b="b" l="l" r="r" t="t"/>
                <a:pathLst>
                  <a:path extrusionOk="0" h="796" w="1169">
                    <a:moveTo>
                      <a:pt x="0" y="0"/>
                    </a:moveTo>
                    <a:lnTo>
                      <a:pt x="579" y="796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9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0" name="Google Shape;2020;p36"/>
          <p:cNvGrpSpPr/>
          <p:nvPr/>
        </p:nvGrpSpPr>
        <p:grpSpPr>
          <a:xfrm>
            <a:off x="8280450" y="1473987"/>
            <a:ext cx="406500" cy="322800"/>
            <a:chOff x="8280450" y="1473987"/>
            <a:chExt cx="406500" cy="322800"/>
          </a:xfrm>
        </p:grpSpPr>
        <p:sp>
          <p:nvSpPr>
            <p:cNvPr id="2021" name="Google Shape;2021;p36">
              <a:hlinkClick action="ppaction://hlinksldjump" r:id="rId3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36">
              <a:hlinkClick action="ppaction://hlinksldjump" r:id="rId4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36">
              <a:hlinkClick action="ppaction://hlinksldjump" r:id="rId5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36">
              <a:hlinkClick action="ppaction://hlinksldjump" r:id="rId6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5" name="Google Shape;2025;p36"/>
          <p:cNvGrpSpPr/>
          <p:nvPr/>
        </p:nvGrpSpPr>
        <p:grpSpPr>
          <a:xfrm>
            <a:off x="8280450" y="3346713"/>
            <a:ext cx="406500" cy="322800"/>
            <a:chOff x="8280450" y="1473987"/>
            <a:chExt cx="406500" cy="322800"/>
          </a:xfrm>
        </p:grpSpPr>
        <p:sp>
          <p:nvSpPr>
            <p:cNvPr id="2026" name="Google Shape;2026;p36">
              <a:hlinkClick action="ppaction://hlinksldjump" r:id="rId7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36">
              <a:hlinkClick action="ppaction://hlinksldjump" r:id="rId8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36">
              <a:hlinkClick action="ppaction://hlinksldjump" r:id="rId9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36">
              <a:hlinkClick action="ppaction://hlinksldjump" r:id="rId10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30" name="Google Shape;2030;p36"/>
          <p:cNvGrpSpPr/>
          <p:nvPr/>
        </p:nvGrpSpPr>
        <p:grpSpPr>
          <a:xfrm>
            <a:off x="8065601" y="2153651"/>
            <a:ext cx="836197" cy="836197"/>
            <a:chOff x="8065601" y="2153651"/>
            <a:chExt cx="836197" cy="836197"/>
          </a:xfrm>
        </p:grpSpPr>
        <p:grpSp>
          <p:nvGrpSpPr>
            <p:cNvPr id="2031" name="Google Shape;2031;p36"/>
            <p:cNvGrpSpPr/>
            <p:nvPr/>
          </p:nvGrpSpPr>
          <p:grpSpPr>
            <a:xfrm>
              <a:off x="8065601" y="2153651"/>
              <a:ext cx="836197" cy="836197"/>
              <a:chOff x="1956755" y="2080370"/>
              <a:chExt cx="724106" cy="724106"/>
            </a:xfrm>
          </p:grpSpPr>
          <p:sp>
            <p:nvSpPr>
              <p:cNvPr id="2032" name="Google Shape;2032;p36"/>
              <p:cNvSpPr/>
              <p:nvPr/>
            </p:nvSpPr>
            <p:spPr>
              <a:xfrm>
                <a:off x="2118414" y="2080370"/>
                <a:ext cx="400804" cy="724106"/>
              </a:xfrm>
              <a:custGeom>
                <a:rect b="b" l="l" r="r" t="t"/>
                <a:pathLst>
                  <a:path extrusionOk="0" h="6326" w="2929">
                    <a:moveTo>
                      <a:pt x="1" y="0"/>
                    </a:moveTo>
                    <a:lnTo>
                      <a:pt x="133" y="3157"/>
                    </a:lnTo>
                    <a:lnTo>
                      <a:pt x="1" y="6326"/>
                    </a:lnTo>
                    <a:lnTo>
                      <a:pt x="2929" y="6326"/>
                    </a:lnTo>
                    <a:lnTo>
                      <a:pt x="2796" y="3157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3" name="Google Shape;2033;p36"/>
              <p:cNvSpPr/>
              <p:nvPr/>
            </p:nvSpPr>
            <p:spPr>
              <a:xfrm>
                <a:off x="1956755" y="2240509"/>
                <a:ext cx="724106" cy="403829"/>
              </a:xfrm>
              <a:custGeom>
                <a:rect b="b" l="l" r="r" t="t"/>
                <a:pathLst>
                  <a:path extrusionOk="0" h="2929" w="6326">
                    <a:moveTo>
                      <a:pt x="0" y="1"/>
                    </a:moveTo>
                    <a:lnTo>
                      <a:pt x="0" y="2929"/>
                    </a:lnTo>
                    <a:lnTo>
                      <a:pt x="3157" y="2796"/>
                    </a:lnTo>
                    <a:lnTo>
                      <a:pt x="6326" y="2929"/>
                    </a:lnTo>
                    <a:lnTo>
                      <a:pt x="6326" y="1"/>
                    </a:lnTo>
                    <a:lnTo>
                      <a:pt x="3157" y="1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34" name="Google Shape;2034;p36"/>
            <p:cNvSpPr/>
            <p:nvPr/>
          </p:nvSpPr>
          <p:spPr>
            <a:xfrm>
              <a:off x="8316010" y="2209691"/>
              <a:ext cx="335268" cy="724106"/>
            </a:xfrm>
            <a:custGeom>
              <a:rect b="b" l="l" r="r" t="t"/>
              <a:pathLst>
                <a:path extrusionOk="0" h="6326" w="2929">
                  <a:moveTo>
                    <a:pt x="1" y="0"/>
                  </a:moveTo>
                  <a:lnTo>
                    <a:pt x="133" y="3157"/>
                  </a:lnTo>
                  <a:lnTo>
                    <a:pt x="1" y="6326"/>
                  </a:lnTo>
                  <a:lnTo>
                    <a:pt x="2929" y="6326"/>
                  </a:lnTo>
                  <a:lnTo>
                    <a:pt x="2796" y="3157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36"/>
            <p:cNvSpPr/>
            <p:nvPr/>
          </p:nvSpPr>
          <p:spPr>
            <a:xfrm>
              <a:off x="8121649" y="2404052"/>
              <a:ext cx="724106" cy="335268"/>
            </a:xfrm>
            <a:custGeom>
              <a:rect b="b" l="l" r="r" t="t"/>
              <a:pathLst>
                <a:path extrusionOk="0" h="2929" w="6326">
                  <a:moveTo>
                    <a:pt x="0" y="1"/>
                  </a:moveTo>
                  <a:lnTo>
                    <a:pt x="0" y="2929"/>
                  </a:lnTo>
                  <a:lnTo>
                    <a:pt x="3157" y="2796"/>
                  </a:lnTo>
                  <a:lnTo>
                    <a:pt x="6326" y="2929"/>
                  </a:lnTo>
                  <a:lnTo>
                    <a:pt x="6326" y="1"/>
                  </a:lnTo>
                  <a:lnTo>
                    <a:pt x="3157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36">
              <a:hlinkClick action="ppaction://hlinkshowjump?jump=nextslide"/>
            </p:cNvPr>
            <p:cNvSpPr/>
            <p:nvPr/>
          </p:nvSpPr>
          <p:spPr>
            <a:xfrm>
              <a:off x="8700842" y="2499287"/>
              <a:ext cx="91114" cy="133924"/>
            </a:xfrm>
            <a:custGeom>
              <a:rect b="b" l="l" r="r" t="t"/>
              <a:pathLst>
                <a:path extrusionOk="0" h="1170" w="796">
                  <a:moveTo>
                    <a:pt x="1" y="0"/>
                  </a:moveTo>
                  <a:lnTo>
                    <a:pt x="1" y="1169"/>
                  </a:lnTo>
                  <a:lnTo>
                    <a:pt x="796" y="5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36">
              <a:hlinkClick action="ppaction://hlinkshowjump?jump=previousslide"/>
            </p:cNvPr>
            <p:cNvSpPr/>
            <p:nvPr/>
          </p:nvSpPr>
          <p:spPr>
            <a:xfrm>
              <a:off x="8179568" y="2499287"/>
              <a:ext cx="92488" cy="133924"/>
            </a:xfrm>
            <a:custGeom>
              <a:rect b="b" l="l" r="r" t="t"/>
              <a:pathLst>
                <a:path extrusionOk="0" h="1170" w="808">
                  <a:moveTo>
                    <a:pt x="807" y="0"/>
                  </a:moveTo>
                  <a:lnTo>
                    <a:pt x="0" y="579"/>
                  </a:lnTo>
                  <a:lnTo>
                    <a:pt x="807" y="1169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36"/>
            <p:cNvSpPr/>
            <p:nvPr/>
          </p:nvSpPr>
          <p:spPr>
            <a:xfrm>
              <a:off x="8416749" y="2504724"/>
              <a:ext cx="133904" cy="133925"/>
            </a:xfrm>
            <a:custGeom>
              <a:rect b="b" l="l" r="r" t="t"/>
              <a:pathLst>
                <a:path extrusionOk="0" h="1375" w="1375">
                  <a:moveTo>
                    <a:pt x="688" y="1"/>
                  </a:moveTo>
                  <a:cubicBezTo>
                    <a:pt x="314" y="1"/>
                    <a:pt x="1" y="314"/>
                    <a:pt x="1" y="688"/>
                  </a:cubicBezTo>
                  <a:cubicBezTo>
                    <a:pt x="1" y="1073"/>
                    <a:pt x="314" y="1374"/>
                    <a:pt x="688" y="1374"/>
                  </a:cubicBezTo>
                  <a:cubicBezTo>
                    <a:pt x="1073" y="1374"/>
                    <a:pt x="1374" y="1073"/>
                    <a:pt x="1374" y="688"/>
                  </a:cubicBezTo>
                  <a:cubicBezTo>
                    <a:pt x="1374" y="314"/>
                    <a:pt x="1073" y="1"/>
                    <a:pt x="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39" name="Google Shape;2039;p36"/>
            <p:cNvGrpSpPr/>
            <p:nvPr/>
          </p:nvGrpSpPr>
          <p:grpSpPr>
            <a:xfrm>
              <a:off x="8411245" y="2263375"/>
              <a:ext cx="133810" cy="611129"/>
              <a:chOff x="2246360" y="2134049"/>
              <a:chExt cx="133810" cy="611129"/>
            </a:xfrm>
          </p:grpSpPr>
          <p:sp>
            <p:nvSpPr>
              <p:cNvPr id="2040" name="Google Shape;2040;p36"/>
              <p:cNvSpPr/>
              <p:nvPr/>
            </p:nvSpPr>
            <p:spPr>
              <a:xfrm>
                <a:off x="2246360" y="2134049"/>
                <a:ext cx="133810" cy="91229"/>
              </a:xfrm>
              <a:custGeom>
                <a:rect b="b" l="l" r="r" t="t"/>
                <a:pathLst>
                  <a:path extrusionOk="0" h="797" w="1169">
                    <a:moveTo>
                      <a:pt x="579" y="1"/>
                    </a:moveTo>
                    <a:lnTo>
                      <a:pt x="0" y="796"/>
                    </a:lnTo>
                    <a:lnTo>
                      <a:pt x="1169" y="796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1" name="Google Shape;2041;p36"/>
              <p:cNvSpPr/>
              <p:nvPr/>
            </p:nvSpPr>
            <p:spPr>
              <a:xfrm>
                <a:off x="2246360" y="2654063"/>
                <a:ext cx="133810" cy="91114"/>
              </a:xfrm>
              <a:custGeom>
                <a:rect b="b" l="l" r="r" t="t"/>
                <a:pathLst>
                  <a:path extrusionOk="0" h="796" w="1169">
                    <a:moveTo>
                      <a:pt x="0" y="0"/>
                    </a:moveTo>
                    <a:lnTo>
                      <a:pt x="579" y="796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2042" name="Google Shape;2042;p36" title="download.png"/>
          <p:cNvPicPr preferRelativeResize="0"/>
          <p:nvPr/>
        </p:nvPicPr>
        <p:blipFill rotWithShape="1">
          <a:blip r:embed="rId11">
            <a:alphaModFix/>
          </a:blip>
          <a:srcRect b="0" l="0" r="-4865" t="-15366"/>
          <a:stretch/>
        </p:blipFill>
        <p:spPr>
          <a:xfrm>
            <a:off x="574800" y="1039125"/>
            <a:ext cx="3564600" cy="2167200"/>
          </a:xfrm>
          <a:prstGeom prst="horizontalScroll">
            <a:avLst>
              <a:gd fmla="val 12500" name="adj"/>
            </a:avLst>
          </a:prstGeom>
          <a:noFill/>
          <a:ln cap="flat" cmpd="sng" w="19050">
            <a:solidFill>
              <a:srgbClr val="657E9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43" name="Google Shape;2043;p36" title="download (1).png"/>
          <p:cNvPicPr preferRelativeResize="0"/>
          <p:nvPr/>
        </p:nvPicPr>
        <p:blipFill rotWithShape="1">
          <a:blip r:embed="rId12">
            <a:alphaModFix/>
          </a:blip>
          <a:srcRect b="0" l="882" r="-5980" t="-15366"/>
          <a:stretch/>
        </p:blipFill>
        <p:spPr>
          <a:xfrm>
            <a:off x="4139400" y="2540125"/>
            <a:ext cx="3423000" cy="2167200"/>
          </a:xfrm>
          <a:prstGeom prst="horizontalScroll">
            <a:avLst>
              <a:gd fmla="val 12500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44" name="Google Shape;2044;p36"/>
          <p:cNvSpPr txBox="1"/>
          <p:nvPr/>
        </p:nvSpPr>
        <p:spPr>
          <a:xfrm>
            <a:off x="536975" y="598925"/>
            <a:ext cx="4074000" cy="5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Genre Analysis</a:t>
            </a:r>
            <a:endParaRPr sz="1800">
              <a:solidFill>
                <a:schemeClr val="dk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045" name="Google Shape;2045;p36"/>
          <p:cNvSpPr txBox="1"/>
          <p:nvPr/>
        </p:nvSpPr>
        <p:spPr>
          <a:xfrm>
            <a:off x="859800" y="3316875"/>
            <a:ext cx="29946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/>
              <a:t>Players respond most positively to Adventure and Strategy genres.</a:t>
            </a: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/>
              <a:t>Utility and Design apps trend more negatively.</a:t>
            </a:r>
            <a:endParaRPr i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2046" name="Google Shape;2046;p36"/>
          <p:cNvSpPr txBox="1"/>
          <p:nvPr/>
        </p:nvSpPr>
        <p:spPr>
          <a:xfrm>
            <a:off x="4401425" y="1637950"/>
            <a:ext cx="3000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/>
              <a:t>Sentiment reflects engagement differences between gameplay and productivity-focused titles.</a:t>
            </a:r>
            <a:endParaRPr i="1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0" name="Shape 2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1" name="Google Shape;2051;p37"/>
          <p:cNvGrpSpPr/>
          <p:nvPr/>
        </p:nvGrpSpPr>
        <p:grpSpPr>
          <a:xfrm>
            <a:off x="8280450" y="1473987"/>
            <a:ext cx="406500" cy="322800"/>
            <a:chOff x="8280450" y="1473987"/>
            <a:chExt cx="406500" cy="322800"/>
          </a:xfrm>
        </p:grpSpPr>
        <p:sp>
          <p:nvSpPr>
            <p:cNvPr id="2052" name="Google Shape;2052;p37">
              <a:hlinkClick action="ppaction://hlinksldjump" r:id="rId3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37">
              <a:hlinkClick action="ppaction://hlinksldjump" r:id="rId4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37">
              <a:hlinkClick action="ppaction://hlinksldjump" r:id="rId5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37">
              <a:hlinkClick action="ppaction://hlinksldjump" r:id="rId6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56" name="Google Shape;2056;p37"/>
          <p:cNvGrpSpPr/>
          <p:nvPr/>
        </p:nvGrpSpPr>
        <p:grpSpPr>
          <a:xfrm>
            <a:off x="8280450" y="3346713"/>
            <a:ext cx="406500" cy="322800"/>
            <a:chOff x="8280450" y="1473987"/>
            <a:chExt cx="406500" cy="322800"/>
          </a:xfrm>
        </p:grpSpPr>
        <p:sp>
          <p:nvSpPr>
            <p:cNvPr id="2057" name="Google Shape;2057;p37">
              <a:hlinkClick action="ppaction://hlinksldjump" r:id="rId7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37">
              <a:hlinkClick action="ppaction://hlinksldjump" r:id="rId8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37">
              <a:hlinkClick action="ppaction://hlinksldjump" r:id="rId9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37">
              <a:hlinkClick action="ppaction://hlinksldjump" r:id="rId10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1" name="Google Shape;2061;p37"/>
          <p:cNvGrpSpPr/>
          <p:nvPr/>
        </p:nvGrpSpPr>
        <p:grpSpPr>
          <a:xfrm>
            <a:off x="8065601" y="2153651"/>
            <a:ext cx="836197" cy="836197"/>
            <a:chOff x="8065601" y="2153651"/>
            <a:chExt cx="836197" cy="836197"/>
          </a:xfrm>
        </p:grpSpPr>
        <p:grpSp>
          <p:nvGrpSpPr>
            <p:cNvPr id="2062" name="Google Shape;2062;p37"/>
            <p:cNvGrpSpPr/>
            <p:nvPr/>
          </p:nvGrpSpPr>
          <p:grpSpPr>
            <a:xfrm>
              <a:off x="8065601" y="2153651"/>
              <a:ext cx="836197" cy="836197"/>
              <a:chOff x="1956755" y="2080370"/>
              <a:chExt cx="724106" cy="724106"/>
            </a:xfrm>
          </p:grpSpPr>
          <p:sp>
            <p:nvSpPr>
              <p:cNvPr id="2063" name="Google Shape;2063;p37"/>
              <p:cNvSpPr/>
              <p:nvPr/>
            </p:nvSpPr>
            <p:spPr>
              <a:xfrm>
                <a:off x="2118414" y="2080370"/>
                <a:ext cx="400804" cy="724106"/>
              </a:xfrm>
              <a:custGeom>
                <a:rect b="b" l="l" r="r" t="t"/>
                <a:pathLst>
                  <a:path extrusionOk="0" h="6326" w="2929">
                    <a:moveTo>
                      <a:pt x="1" y="0"/>
                    </a:moveTo>
                    <a:lnTo>
                      <a:pt x="133" y="3157"/>
                    </a:lnTo>
                    <a:lnTo>
                      <a:pt x="1" y="6326"/>
                    </a:lnTo>
                    <a:lnTo>
                      <a:pt x="2929" y="6326"/>
                    </a:lnTo>
                    <a:lnTo>
                      <a:pt x="2796" y="3157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4" name="Google Shape;2064;p37"/>
              <p:cNvSpPr/>
              <p:nvPr/>
            </p:nvSpPr>
            <p:spPr>
              <a:xfrm>
                <a:off x="1956755" y="2240509"/>
                <a:ext cx="724106" cy="403829"/>
              </a:xfrm>
              <a:custGeom>
                <a:rect b="b" l="l" r="r" t="t"/>
                <a:pathLst>
                  <a:path extrusionOk="0" h="2929" w="6326">
                    <a:moveTo>
                      <a:pt x="0" y="1"/>
                    </a:moveTo>
                    <a:lnTo>
                      <a:pt x="0" y="2929"/>
                    </a:lnTo>
                    <a:lnTo>
                      <a:pt x="3157" y="2796"/>
                    </a:lnTo>
                    <a:lnTo>
                      <a:pt x="6326" y="2929"/>
                    </a:lnTo>
                    <a:lnTo>
                      <a:pt x="6326" y="1"/>
                    </a:lnTo>
                    <a:lnTo>
                      <a:pt x="3157" y="1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65" name="Google Shape;2065;p37"/>
            <p:cNvSpPr/>
            <p:nvPr/>
          </p:nvSpPr>
          <p:spPr>
            <a:xfrm>
              <a:off x="8316010" y="2209691"/>
              <a:ext cx="335268" cy="724106"/>
            </a:xfrm>
            <a:custGeom>
              <a:rect b="b" l="l" r="r" t="t"/>
              <a:pathLst>
                <a:path extrusionOk="0" h="6326" w="2929">
                  <a:moveTo>
                    <a:pt x="1" y="0"/>
                  </a:moveTo>
                  <a:lnTo>
                    <a:pt x="133" y="3157"/>
                  </a:lnTo>
                  <a:lnTo>
                    <a:pt x="1" y="6326"/>
                  </a:lnTo>
                  <a:lnTo>
                    <a:pt x="2929" y="6326"/>
                  </a:lnTo>
                  <a:lnTo>
                    <a:pt x="2796" y="3157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37"/>
            <p:cNvSpPr/>
            <p:nvPr/>
          </p:nvSpPr>
          <p:spPr>
            <a:xfrm>
              <a:off x="8121649" y="2404052"/>
              <a:ext cx="724106" cy="335268"/>
            </a:xfrm>
            <a:custGeom>
              <a:rect b="b" l="l" r="r" t="t"/>
              <a:pathLst>
                <a:path extrusionOk="0" h="2929" w="6326">
                  <a:moveTo>
                    <a:pt x="0" y="1"/>
                  </a:moveTo>
                  <a:lnTo>
                    <a:pt x="0" y="2929"/>
                  </a:lnTo>
                  <a:lnTo>
                    <a:pt x="3157" y="2796"/>
                  </a:lnTo>
                  <a:lnTo>
                    <a:pt x="6326" y="2929"/>
                  </a:lnTo>
                  <a:lnTo>
                    <a:pt x="6326" y="1"/>
                  </a:lnTo>
                  <a:lnTo>
                    <a:pt x="3157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37">
              <a:hlinkClick action="ppaction://hlinkshowjump?jump=nextslide"/>
            </p:cNvPr>
            <p:cNvSpPr/>
            <p:nvPr/>
          </p:nvSpPr>
          <p:spPr>
            <a:xfrm>
              <a:off x="8700842" y="2499287"/>
              <a:ext cx="91114" cy="133924"/>
            </a:xfrm>
            <a:custGeom>
              <a:rect b="b" l="l" r="r" t="t"/>
              <a:pathLst>
                <a:path extrusionOk="0" h="1170" w="796">
                  <a:moveTo>
                    <a:pt x="1" y="0"/>
                  </a:moveTo>
                  <a:lnTo>
                    <a:pt x="1" y="1169"/>
                  </a:lnTo>
                  <a:lnTo>
                    <a:pt x="796" y="5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37">
              <a:hlinkClick action="ppaction://hlinkshowjump?jump=previousslide"/>
            </p:cNvPr>
            <p:cNvSpPr/>
            <p:nvPr/>
          </p:nvSpPr>
          <p:spPr>
            <a:xfrm>
              <a:off x="8179568" y="2499287"/>
              <a:ext cx="92488" cy="133924"/>
            </a:xfrm>
            <a:custGeom>
              <a:rect b="b" l="l" r="r" t="t"/>
              <a:pathLst>
                <a:path extrusionOk="0" h="1170" w="808">
                  <a:moveTo>
                    <a:pt x="807" y="0"/>
                  </a:moveTo>
                  <a:lnTo>
                    <a:pt x="0" y="579"/>
                  </a:lnTo>
                  <a:lnTo>
                    <a:pt x="807" y="1169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37"/>
            <p:cNvSpPr/>
            <p:nvPr/>
          </p:nvSpPr>
          <p:spPr>
            <a:xfrm>
              <a:off x="8416749" y="2504724"/>
              <a:ext cx="133904" cy="133925"/>
            </a:xfrm>
            <a:custGeom>
              <a:rect b="b" l="l" r="r" t="t"/>
              <a:pathLst>
                <a:path extrusionOk="0" h="1375" w="1375">
                  <a:moveTo>
                    <a:pt x="688" y="1"/>
                  </a:moveTo>
                  <a:cubicBezTo>
                    <a:pt x="314" y="1"/>
                    <a:pt x="1" y="314"/>
                    <a:pt x="1" y="688"/>
                  </a:cubicBezTo>
                  <a:cubicBezTo>
                    <a:pt x="1" y="1073"/>
                    <a:pt x="314" y="1374"/>
                    <a:pt x="688" y="1374"/>
                  </a:cubicBezTo>
                  <a:cubicBezTo>
                    <a:pt x="1073" y="1374"/>
                    <a:pt x="1374" y="1073"/>
                    <a:pt x="1374" y="688"/>
                  </a:cubicBezTo>
                  <a:cubicBezTo>
                    <a:pt x="1374" y="314"/>
                    <a:pt x="1073" y="1"/>
                    <a:pt x="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70" name="Google Shape;2070;p37"/>
            <p:cNvGrpSpPr/>
            <p:nvPr/>
          </p:nvGrpSpPr>
          <p:grpSpPr>
            <a:xfrm>
              <a:off x="8411245" y="2263375"/>
              <a:ext cx="133810" cy="611129"/>
              <a:chOff x="2246360" y="2134049"/>
              <a:chExt cx="133810" cy="611129"/>
            </a:xfrm>
          </p:grpSpPr>
          <p:sp>
            <p:nvSpPr>
              <p:cNvPr id="2071" name="Google Shape;2071;p37"/>
              <p:cNvSpPr/>
              <p:nvPr/>
            </p:nvSpPr>
            <p:spPr>
              <a:xfrm>
                <a:off x="2246360" y="2134049"/>
                <a:ext cx="133810" cy="91229"/>
              </a:xfrm>
              <a:custGeom>
                <a:rect b="b" l="l" r="r" t="t"/>
                <a:pathLst>
                  <a:path extrusionOk="0" h="797" w="1169">
                    <a:moveTo>
                      <a:pt x="579" y="1"/>
                    </a:moveTo>
                    <a:lnTo>
                      <a:pt x="0" y="796"/>
                    </a:lnTo>
                    <a:lnTo>
                      <a:pt x="1169" y="796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2" name="Google Shape;2072;p37"/>
              <p:cNvSpPr/>
              <p:nvPr/>
            </p:nvSpPr>
            <p:spPr>
              <a:xfrm>
                <a:off x="2246360" y="2654063"/>
                <a:ext cx="133810" cy="91114"/>
              </a:xfrm>
              <a:custGeom>
                <a:rect b="b" l="l" r="r" t="t"/>
                <a:pathLst>
                  <a:path extrusionOk="0" h="796" w="1169">
                    <a:moveTo>
                      <a:pt x="0" y="0"/>
                    </a:moveTo>
                    <a:lnTo>
                      <a:pt x="579" y="796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073" name="Google Shape;2073;p37"/>
          <p:cNvSpPr txBox="1"/>
          <p:nvPr/>
        </p:nvSpPr>
        <p:spPr>
          <a:xfrm>
            <a:off x="536975" y="598925"/>
            <a:ext cx="6484200" cy="5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Sentiment</a:t>
            </a:r>
            <a:r>
              <a:rPr lang="en" sz="18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Analysis</a:t>
            </a:r>
            <a:endParaRPr sz="1800">
              <a:solidFill>
                <a:schemeClr val="dk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pic>
        <p:nvPicPr>
          <p:cNvPr id="2074" name="Google Shape;2074;p37" title="download (3)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534386" y="1401825"/>
            <a:ext cx="5079900" cy="2757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8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p38"/>
          <p:cNvSpPr/>
          <p:nvPr/>
        </p:nvSpPr>
        <p:spPr>
          <a:xfrm flipH="1">
            <a:off x="821528" y="1047218"/>
            <a:ext cx="1313100" cy="1313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0" name="Google Shape;2080;p38"/>
          <p:cNvSpPr txBox="1"/>
          <p:nvPr>
            <p:ph type="title"/>
          </p:nvPr>
        </p:nvSpPr>
        <p:spPr>
          <a:xfrm>
            <a:off x="821525" y="2989850"/>
            <a:ext cx="5199300" cy="61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</a:rPr>
              <a:t>Modeling</a:t>
            </a:r>
            <a:endParaRPr sz="1800"/>
          </a:p>
        </p:txBody>
      </p:sp>
      <p:sp>
        <p:nvSpPr>
          <p:cNvPr id="2081" name="Google Shape;2081;p38"/>
          <p:cNvSpPr txBox="1"/>
          <p:nvPr>
            <p:ph idx="2" type="title"/>
          </p:nvPr>
        </p:nvSpPr>
        <p:spPr>
          <a:xfrm>
            <a:off x="821528" y="1240418"/>
            <a:ext cx="1313100" cy="926700"/>
          </a:xfrm>
          <a:prstGeom prst="rect">
            <a:avLst/>
          </a:prstGeom>
        </p:spPr>
        <p:txBody>
          <a:bodyPr anchorCtr="0" anchor="ctr" bIns="91425" lIns="91425" spcFirstLastPara="1" rIns="91425" wrap="square" tIns="265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2082" name="Google Shape;2082;p38"/>
          <p:cNvGrpSpPr/>
          <p:nvPr/>
        </p:nvGrpSpPr>
        <p:grpSpPr>
          <a:xfrm>
            <a:off x="8280450" y="1473987"/>
            <a:ext cx="406500" cy="322800"/>
            <a:chOff x="8280450" y="1473987"/>
            <a:chExt cx="406500" cy="322800"/>
          </a:xfrm>
        </p:grpSpPr>
        <p:sp>
          <p:nvSpPr>
            <p:cNvPr id="2083" name="Google Shape;2083;p38">
              <a:hlinkClick action="ppaction://hlinksldjump" r:id="rId3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38">
              <a:hlinkClick action="ppaction://hlinksldjump" r:id="rId4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38">
              <a:hlinkClick action="ppaction://hlinksldjump" r:id="rId5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38">
              <a:hlinkClick action="ppaction://hlinksldjump" r:id="rId6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7" name="Google Shape;2087;p38"/>
          <p:cNvGrpSpPr/>
          <p:nvPr/>
        </p:nvGrpSpPr>
        <p:grpSpPr>
          <a:xfrm>
            <a:off x="8280450" y="3346713"/>
            <a:ext cx="406500" cy="322800"/>
            <a:chOff x="8280450" y="1473987"/>
            <a:chExt cx="406500" cy="322800"/>
          </a:xfrm>
        </p:grpSpPr>
        <p:sp>
          <p:nvSpPr>
            <p:cNvPr id="2088" name="Google Shape;2088;p38">
              <a:hlinkClick action="ppaction://hlinksldjump" r:id="rId7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38">
              <a:hlinkClick action="ppaction://hlinksldjump" r:id="rId8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38">
              <a:hlinkClick action="ppaction://hlinksldjump" r:id="rId9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38">
              <a:hlinkClick action="ppaction://hlinksldjump" r:id="rId10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92" name="Google Shape;2092;p38"/>
          <p:cNvGrpSpPr/>
          <p:nvPr/>
        </p:nvGrpSpPr>
        <p:grpSpPr>
          <a:xfrm>
            <a:off x="8065601" y="2153651"/>
            <a:ext cx="836197" cy="836197"/>
            <a:chOff x="8065601" y="2153651"/>
            <a:chExt cx="836197" cy="836197"/>
          </a:xfrm>
        </p:grpSpPr>
        <p:grpSp>
          <p:nvGrpSpPr>
            <p:cNvPr id="2093" name="Google Shape;2093;p38"/>
            <p:cNvGrpSpPr/>
            <p:nvPr/>
          </p:nvGrpSpPr>
          <p:grpSpPr>
            <a:xfrm>
              <a:off x="8065601" y="2153651"/>
              <a:ext cx="836197" cy="836197"/>
              <a:chOff x="1956755" y="2080370"/>
              <a:chExt cx="724106" cy="724106"/>
            </a:xfrm>
          </p:grpSpPr>
          <p:sp>
            <p:nvSpPr>
              <p:cNvPr id="2094" name="Google Shape;2094;p38"/>
              <p:cNvSpPr/>
              <p:nvPr/>
            </p:nvSpPr>
            <p:spPr>
              <a:xfrm>
                <a:off x="2118414" y="2080370"/>
                <a:ext cx="400804" cy="724106"/>
              </a:xfrm>
              <a:custGeom>
                <a:rect b="b" l="l" r="r" t="t"/>
                <a:pathLst>
                  <a:path extrusionOk="0" h="6326" w="2929">
                    <a:moveTo>
                      <a:pt x="1" y="0"/>
                    </a:moveTo>
                    <a:lnTo>
                      <a:pt x="133" y="3157"/>
                    </a:lnTo>
                    <a:lnTo>
                      <a:pt x="1" y="6326"/>
                    </a:lnTo>
                    <a:lnTo>
                      <a:pt x="2929" y="6326"/>
                    </a:lnTo>
                    <a:lnTo>
                      <a:pt x="2796" y="3157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5" name="Google Shape;2095;p38"/>
              <p:cNvSpPr/>
              <p:nvPr/>
            </p:nvSpPr>
            <p:spPr>
              <a:xfrm>
                <a:off x="1956755" y="2240509"/>
                <a:ext cx="724106" cy="403829"/>
              </a:xfrm>
              <a:custGeom>
                <a:rect b="b" l="l" r="r" t="t"/>
                <a:pathLst>
                  <a:path extrusionOk="0" h="2929" w="6326">
                    <a:moveTo>
                      <a:pt x="0" y="1"/>
                    </a:moveTo>
                    <a:lnTo>
                      <a:pt x="0" y="2929"/>
                    </a:lnTo>
                    <a:lnTo>
                      <a:pt x="3157" y="2796"/>
                    </a:lnTo>
                    <a:lnTo>
                      <a:pt x="6326" y="2929"/>
                    </a:lnTo>
                    <a:lnTo>
                      <a:pt x="6326" y="1"/>
                    </a:lnTo>
                    <a:lnTo>
                      <a:pt x="3157" y="1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96" name="Google Shape;2096;p38"/>
            <p:cNvSpPr/>
            <p:nvPr/>
          </p:nvSpPr>
          <p:spPr>
            <a:xfrm>
              <a:off x="8316010" y="2209691"/>
              <a:ext cx="335268" cy="724106"/>
            </a:xfrm>
            <a:custGeom>
              <a:rect b="b" l="l" r="r" t="t"/>
              <a:pathLst>
                <a:path extrusionOk="0" h="6326" w="2929">
                  <a:moveTo>
                    <a:pt x="1" y="0"/>
                  </a:moveTo>
                  <a:lnTo>
                    <a:pt x="133" y="3157"/>
                  </a:lnTo>
                  <a:lnTo>
                    <a:pt x="1" y="6326"/>
                  </a:lnTo>
                  <a:lnTo>
                    <a:pt x="2929" y="6326"/>
                  </a:lnTo>
                  <a:lnTo>
                    <a:pt x="2796" y="3157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38"/>
            <p:cNvSpPr/>
            <p:nvPr/>
          </p:nvSpPr>
          <p:spPr>
            <a:xfrm>
              <a:off x="8121649" y="2404052"/>
              <a:ext cx="724106" cy="335268"/>
            </a:xfrm>
            <a:custGeom>
              <a:rect b="b" l="l" r="r" t="t"/>
              <a:pathLst>
                <a:path extrusionOk="0" h="2929" w="6326">
                  <a:moveTo>
                    <a:pt x="0" y="1"/>
                  </a:moveTo>
                  <a:lnTo>
                    <a:pt x="0" y="2929"/>
                  </a:lnTo>
                  <a:lnTo>
                    <a:pt x="3157" y="2796"/>
                  </a:lnTo>
                  <a:lnTo>
                    <a:pt x="6326" y="2929"/>
                  </a:lnTo>
                  <a:lnTo>
                    <a:pt x="6326" y="1"/>
                  </a:lnTo>
                  <a:lnTo>
                    <a:pt x="3157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38">
              <a:hlinkClick action="ppaction://hlinkshowjump?jump=nextslide"/>
            </p:cNvPr>
            <p:cNvSpPr/>
            <p:nvPr/>
          </p:nvSpPr>
          <p:spPr>
            <a:xfrm>
              <a:off x="8700842" y="2499287"/>
              <a:ext cx="91114" cy="133924"/>
            </a:xfrm>
            <a:custGeom>
              <a:rect b="b" l="l" r="r" t="t"/>
              <a:pathLst>
                <a:path extrusionOk="0" h="1170" w="796">
                  <a:moveTo>
                    <a:pt x="1" y="0"/>
                  </a:moveTo>
                  <a:lnTo>
                    <a:pt x="1" y="1169"/>
                  </a:lnTo>
                  <a:lnTo>
                    <a:pt x="796" y="5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38">
              <a:hlinkClick action="ppaction://hlinkshowjump?jump=previousslide"/>
            </p:cNvPr>
            <p:cNvSpPr/>
            <p:nvPr/>
          </p:nvSpPr>
          <p:spPr>
            <a:xfrm>
              <a:off x="8179568" y="2499287"/>
              <a:ext cx="92488" cy="133924"/>
            </a:xfrm>
            <a:custGeom>
              <a:rect b="b" l="l" r="r" t="t"/>
              <a:pathLst>
                <a:path extrusionOk="0" h="1170" w="808">
                  <a:moveTo>
                    <a:pt x="807" y="0"/>
                  </a:moveTo>
                  <a:lnTo>
                    <a:pt x="0" y="579"/>
                  </a:lnTo>
                  <a:lnTo>
                    <a:pt x="807" y="1169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38"/>
            <p:cNvSpPr/>
            <p:nvPr/>
          </p:nvSpPr>
          <p:spPr>
            <a:xfrm>
              <a:off x="8416749" y="2504724"/>
              <a:ext cx="133904" cy="133925"/>
            </a:xfrm>
            <a:custGeom>
              <a:rect b="b" l="l" r="r" t="t"/>
              <a:pathLst>
                <a:path extrusionOk="0" h="1375" w="1375">
                  <a:moveTo>
                    <a:pt x="688" y="1"/>
                  </a:moveTo>
                  <a:cubicBezTo>
                    <a:pt x="314" y="1"/>
                    <a:pt x="1" y="314"/>
                    <a:pt x="1" y="688"/>
                  </a:cubicBezTo>
                  <a:cubicBezTo>
                    <a:pt x="1" y="1073"/>
                    <a:pt x="314" y="1374"/>
                    <a:pt x="688" y="1374"/>
                  </a:cubicBezTo>
                  <a:cubicBezTo>
                    <a:pt x="1073" y="1374"/>
                    <a:pt x="1374" y="1073"/>
                    <a:pt x="1374" y="688"/>
                  </a:cubicBezTo>
                  <a:cubicBezTo>
                    <a:pt x="1374" y="314"/>
                    <a:pt x="1073" y="1"/>
                    <a:pt x="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01" name="Google Shape;2101;p38"/>
            <p:cNvGrpSpPr/>
            <p:nvPr/>
          </p:nvGrpSpPr>
          <p:grpSpPr>
            <a:xfrm>
              <a:off x="8411245" y="2263375"/>
              <a:ext cx="133810" cy="611129"/>
              <a:chOff x="2246360" y="2134049"/>
              <a:chExt cx="133810" cy="611129"/>
            </a:xfrm>
          </p:grpSpPr>
          <p:sp>
            <p:nvSpPr>
              <p:cNvPr id="2102" name="Google Shape;2102;p38"/>
              <p:cNvSpPr/>
              <p:nvPr/>
            </p:nvSpPr>
            <p:spPr>
              <a:xfrm>
                <a:off x="2246360" y="2134049"/>
                <a:ext cx="133810" cy="91229"/>
              </a:xfrm>
              <a:custGeom>
                <a:rect b="b" l="l" r="r" t="t"/>
                <a:pathLst>
                  <a:path extrusionOk="0" h="797" w="1169">
                    <a:moveTo>
                      <a:pt x="579" y="1"/>
                    </a:moveTo>
                    <a:lnTo>
                      <a:pt x="0" y="796"/>
                    </a:lnTo>
                    <a:lnTo>
                      <a:pt x="1169" y="796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3" name="Google Shape;2103;p38"/>
              <p:cNvSpPr/>
              <p:nvPr/>
            </p:nvSpPr>
            <p:spPr>
              <a:xfrm>
                <a:off x="2246360" y="2654063"/>
                <a:ext cx="133810" cy="91114"/>
              </a:xfrm>
              <a:custGeom>
                <a:rect b="b" l="l" r="r" t="t"/>
                <a:pathLst>
                  <a:path extrusionOk="0" h="796" w="1169">
                    <a:moveTo>
                      <a:pt x="0" y="0"/>
                    </a:moveTo>
                    <a:lnTo>
                      <a:pt x="579" y="796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7" name="Shape 2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" name="Google Shape;2108;p39"/>
          <p:cNvSpPr txBox="1"/>
          <p:nvPr>
            <p:ph idx="1" type="subTitle"/>
          </p:nvPr>
        </p:nvSpPr>
        <p:spPr>
          <a:xfrm>
            <a:off x="720063" y="2827391"/>
            <a:ext cx="19806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Logistic Regression</a:t>
            </a:r>
            <a:endParaRPr sz="1200"/>
          </a:p>
        </p:txBody>
      </p:sp>
      <p:sp>
        <p:nvSpPr>
          <p:cNvPr id="2109" name="Google Shape;2109;p39"/>
          <p:cNvSpPr txBox="1"/>
          <p:nvPr>
            <p:ph idx="3" type="subTitle"/>
          </p:nvPr>
        </p:nvSpPr>
        <p:spPr>
          <a:xfrm>
            <a:off x="3014551" y="2827391"/>
            <a:ext cx="19806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Random Forest</a:t>
            </a:r>
            <a:endParaRPr/>
          </a:p>
        </p:txBody>
      </p:sp>
      <p:sp>
        <p:nvSpPr>
          <p:cNvPr id="2110" name="Google Shape;2110;p39"/>
          <p:cNvSpPr txBox="1"/>
          <p:nvPr>
            <p:ph idx="2" type="subTitle"/>
          </p:nvPr>
        </p:nvSpPr>
        <p:spPr>
          <a:xfrm>
            <a:off x="720063" y="3319331"/>
            <a:ext cx="1980600" cy="8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mple, interpretable, shows feature influence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1" name="Google Shape;2111;p39"/>
          <p:cNvSpPr txBox="1"/>
          <p:nvPr>
            <p:ph idx="5" type="subTitle"/>
          </p:nvPr>
        </p:nvSpPr>
        <p:spPr>
          <a:xfrm>
            <a:off x="5309038" y="2827391"/>
            <a:ext cx="1980600" cy="53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Linear SVC</a:t>
            </a:r>
            <a:endParaRPr sz="1200"/>
          </a:p>
        </p:txBody>
      </p:sp>
      <p:sp>
        <p:nvSpPr>
          <p:cNvPr id="2112" name="Google Shape;2112;p39"/>
          <p:cNvSpPr txBox="1"/>
          <p:nvPr>
            <p:ph idx="4" type="subTitle"/>
          </p:nvPr>
        </p:nvSpPr>
        <p:spPr>
          <a:xfrm>
            <a:off x="3014551" y="3319331"/>
            <a:ext cx="1980600" cy="8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Handles non-linear patterns &amp; missing data well</a:t>
            </a:r>
            <a:endParaRPr sz="900"/>
          </a:p>
        </p:txBody>
      </p:sp>
      <p:sp>
        <p:nvSpPr>
          <p:cNvPr id="2113" name="Google Shape;2113;p39"/>
          <p:cNvSpPr txBox="1"/>
          <p:nvPr>
            <p:ph idx="6" type="subTitle"/>
          </p:nvPr>
        </p:nvSpPr>
        <p:spPr>
          <a:xfrm>
            <a:off x="5309013" y="3268806"/>
            <a:ext cx="1980600" cy="8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ffective for high-dimensional, multi-genre prediction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4" name="Google Shape;2114;p39"/>
          <p:cNvSpPr txBox="1"/>
          <p:nvPr>
            <p:ph type="title"/>
          </p:nvPr>
        </p:nvSpPr>
        <p:spPr>
          <a:xfrm>
            <a:off x="720000" y="770075"/>
            <a:ext cx="65697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 Used</a:t>
            </a:r>
            <a:endParaRPr/>
          </a:p>
        </p:txBody>
      </p:sp>
      <p:grpSp>
        <p:nvGrpSpPr>
          <p:cNvPr id="2115" name="Google Shape;2115;p39"/>
          <p:cNvGrpSpPr/>
          <p:nvPr/>
        </p:nvGrpSpPr>
        <p:grpSpPr>
          <a:xfrm>
            <a:off x="8280450" y="1473987"/>
            <a:ext cx="406500" cy="322800"/>
            <a:chOff x="8280450" y="1473987"/>
            <a:chExt cx="406500" cy="322800"/>
          </a:xfrm>
        </p:grpSpPr>
        <p:sp>
          <p:nvSpPr>
            <p:cNvPr id="2116" name="Google Shape;2116;p39">
              <a:hlinkClick action="ppaction://hlinksldjump" r:id="rId3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39">
              <a:hlinkClick action="ppaction://hlinksldjump" r:id="rId4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39">
              <a:hlinkClick action="ppaction://hlinksldjump" r:id="rId5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39">
              <a:hlinkClick action="ppaction://hlinksldjump" r:id="rId6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20" name="Google Shape;2120;p39"/>
          <p:cNvGrpSpPr/>
          <p:nvPr/>
        </p:nvGrpSpPr>
        <p:grpSpPr>
          <a:xfrm>
            <a:off x="8280450" y="3346713"/>
            <a:ext cx="406500" cy="322800"/>
            <a:chOff x="8280450" y="1473987"/>
            <a:chExt cx="406500" cy="322800"/>
          </a:xfrm>
        </p:grpSpPr>
        <p:sp>
          <p:nvSpPr>
            <p:cNvPr id="2121" name="Google Shape;2121;p39">
              <a:hlinkClick action="ppaction://hlinksldjump" r:id="rId7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39">
              <a:hlinkClick action="ppaction://hlinksldjump" r:id="rId8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39">
              <a:hlinkClick action="ppaction://hlinksldjump" r:id="rId9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39">
              <a:hlinkClick action="ppaction://hlinksldjump" r:id="rId10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25" name="Google Shape;2125;p39"/>
          <p:cNvGrpSpPr/>
          <p:nvPr/>
        </p:nvGrpSpPr>
        <p:grpSpPr>
          <a:xfrm>
            <a:off x="8065601" y="2153651"/>
            <a:ext cx="836197" cy="836197"/>
            <a:chOff x="8065601" y="2153651"/>
            <a:chExt cx="836197" cy="836197"/>
          </a:xfrm>
        </p:grpSpPr>
        <p:grpSp>
          <p:nvGrpSpPr>
            <p:cNvPr id="2126" name="Google Shape;2126;p39"/>
            <p:cNvGrpSpPr/>
            <p:nvPr/>
          </p:nvGrpSpPr>
          <p:grpSpPr>
            <a:xfrm>
              <a:off x="8065601" y="2153651"/>
              <a:ext cx="836197" cy="836197"/>
              <a:chOff x="1956755" y="2080370"/>
              <a:chExt cx="724106" cy="724106"/>
            </a:xfrm>
          </p:grpSpPr>
          <p:sp>
            <p:nvSpPr>
              <p:cNvPr id="2127" name="Google Shape;2127;p39"/>
              <p:cNvSpPr/>
              <p:nvPr/>
            </p:nvSpPr>
            <p:spPr>
              <a:xfrm>
                <a:off x="2118414" y="2080370"/>
                <a:ext cx="400804" cy="724106"/>
              </a:xfrm>
              <a:custGeom>
                <a:rect b="b" l="l" r="r" t="t"/>
                <a:pathLst>
                  <a:path extrusionOk="0" h="6326" w="2929">
                    <a:moveTo>
                      <a:pt x="1" y="0"/>
                    </a:moveTo>
                    <a:lnTo>
                      <a:pt x="133" y="3157"/>
                    </a:lnTo>
                    <a:lnTo>
                      <a:pt x="1" y="6326"/>
                    </a:lnTo>
                    <a:lnTo>
                      <a:pt x="2929" y="6326"/>
                    </a:lnTo>
                    <a:lnTo>
                      <a:pt x="2796" y="3157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8" name="Google Shape;2128;p39"/>
              <p:cNvSpPr/>
              <p:nvPr/>
            </p:nvSpPr>
            <p:spPr>
              <a:xfrm>
                <a:off x="1956755" y="2240509"/>
                <a:ext cx="724106" cy="403829"/>
              </a:xfrm>
              <a:custGeom>
                <a:rect b="b" l="l" r="r" t="t"/>
                <a:pathLst>
                  <a:path extrusionOk="0" h="2929" w="6326">
                    <a:moveTo>
                      <a:pt x="0" y="1"/>
                    </a:moveTo>
                    <a:lnTo>
                      <a:pt x="0" y="2929"/>
                    </a:lnTo>
                    <a:lnTo>
                      <a:pt x="3157" y="2796"/>
                    </a:lnTo>
                    <a:lnTo>
                      <a:pt x="6326" y="2929"/>
                    </a:lnTo>
                    <a:lnTo>
                      <a:pt x="6326" y="1"/>
                    </a:lnTo>
                    <a:lnTo>
                      <a:pt x="3157" y="1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29" name="Google Shape;2129;p39"/>
            <p:cNvSpPr/>
            <p:nvPr/>
          </p:nvSpPr>
          <p:spPr>
            <a:xfrm>
              <a:off x="8316010" y="2209691"/>
              <a:ext cx="335268" cy="724106"/>
            </a:xfrm>
            <a:custGeom>
              <a:rect b="b" l="l" r="r" t="t"/>
              <a:pathLst>
                <a:path extrusionOk="0" h="6326" w="2929">
                  <a:moveTo>
                    <a:pt x="1" y="0"/>
                  </a:moveTo>
                  <a:lnTo>
                    <a:pt x="133" y="3157"/>
                  </a:lnTo>
                  <a:lnTo>
                    <a:pt x="1" y="6326"/>
                  </a:lnTo>
                  <a:lnTo>
                    <a:pt x="2929" y="6326"/>
                  </a:lnTo>
                  <a:lnTo>
                    <a:pt x="2796" y="3157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39"/>
            <p:cNvSpPr/>
            <p:nvPr/>
          </p:nvSpPr>
          <p:spPr>
            <a:xfrm>
              <a:off x="8121649" y="2404052"/>
              <a:ext cx="724106" cy="335268"/>
            </a:xfrm>
            <a:custGeom>
              <a:rect b="b" l="l" r="r" t="t"/>
              <a:pathLst>
                <a:path extrusionOk="0" h="2929" w="6326">
                  <a:moveTo>
                    <a:pt x="0" y="1"/>
                  </a:moveTo>
                  <a:lnTo>
                    <a:pt x="0" y="2929"/>
                  </a:lnTo>
                  <a:lnTo>
                    <a:pt x="3157" y="2796"/>
                  </a:lnTo>
                  <a:lnTo>
                    <a:pt x="6326" y="2929"/>
                  </a:lnTo>
                  <a:lnTo>
                    <a:pt x="6326" y="1"/>
                  </a:lnTo>
                  <a:lnTo>
                    <a:pt x="3157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39">
              <a:hlinkClick action="ppaction://hlinkshowjump?jump=nextslide"/>
            </p:cNvPr>
            <p:cNvSpPr/>
            <p:nvPr/>
          </p:nvSpPr>
          <p:spPr>
            <a:xfrm>
              <a:off x="8700842" y="2499287"/>
              <a:ext cx="91114" cy="133924"/>
            </a:xfrm>
            <a:custGeom>
              <a:rect b="b" l="l" r="r" t="t"/>
              <a:pathLst>
                <a:path extrusionOk="0" h="1170" w="796">
                  <a:moveTo>
                    <a:pt x="1" y="0"/>
                  </a:moveTo>
                  <a:lnTo>
                    <a:pt x="1" y="1169"/>
                  </a:lnTo>
                  <a:lnTo>
                    <a:pt x="796" y="5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39">
              <a:hlinkClick action="ppaction://hlinkshowjump?jump=previousslide"/>
            </p:cNvPr>
            <p:cNvSpPr/>
            <p:nvPr/>
          </p:nvSpPr>
          <p:spPr>
            <a:xfrm>
              <a:off x="8179568" y="2499287"/>
              <a:ext cx="92488" cy="133924"/>
            </a:xfrm>
            <a:custGeom>
              <a:rect b="b" l="l" r="r" t="t"/>
              <a:pathLst>
                <a:path extrusionOk="0" h="1170" w="808">
                  <a:moveTo>
                    <a:pt x="807" y="0"/>
                  </a:moveTo>
                  <a:lnTo>
                    <a:pt x="0" y="579"/>
                  </a:lnTo>
                  <a:lnTo>
                    <a:pt x="807" y="1169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39"/>
            <p:cNvSpPr/>
            <p:nvPr/>
          </p:nvSpPr>
          <p:spPr>
            <a:xfrm>
              <a:off x="8416749" y="2504724"/>
              <a:ext cx="133904" cy="133925"/>
            </a:xfrm>
            <a:custGeom>
              <a:rect b="b" l="l" r="r" t="t"/>
              <a:pathLst>
                <a:path extrusionOk="0" h="1375" w="1375">
                  <a:moveTo>
                    <a:pt x="688" y="1"/>
                  </a:moveTo>
                  <a:cubicBezTo>
                    <a:pt x="314" y="1"/>
                    <a:pt x="1" y="314"/>
                    <a:pt x="1" y="688"/>
                  </a:cubicBezTo>
                  <a:cubicBezTo>
                    <a:pt x="1" y="1073"/>
                    <a:pt x="314" y="1374"/>
                    <a:pt x="688" y="1374"/>
                  </a:cubicBezTo>
                  <a:cubicBezTo>
                    <a:pt x="1073" y="1374"/>
                    <a:pt x="1374" y="1073"/>
                    <a:pt x="1374" y="688"/>
                  </a:cubicBezTo>
                  <a:cubicBezTo>
                    <a:pt x="1374" y="314"/>
                    <a:pt x="1073" y="1"/>
                    <a:pt x="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34" name="Google Shape;2134;p39"/>
            <p:cNvGrpSpPr/>
            <p:nvPr/>
          </p:nvGrpSpPr>
          <p:grpSpPr>
            <a:xfrm>
              <a:off x="8411245" y="2263375"/>
              <a:ext cx="133810" cy="611129"/>
              <a:chOff x="2246360" y="2134049"/>
              <a:chExt cx="133810" cy="611129"/>
            </a:xfrm>
          </p:grpSpPr>
          <p:sp>
            <p:nvSpPr>
              <p:cNvPr id="2135" name="Google Shape;2135;p39"/>
              <p:cNvSpPr/>
              <p:nvPr/>
            </p:nvSpPr>
            <p:spPr>
              <a:xfrm>
                <a:off x="2246360" y="2134049"/>
                <a:ext cx="133810" cy="91229"/>
              </a:xfrm>
              <a:custGeom>
                <a:rect b="b" l="l" r="r" t="t"/>
                <a:pathLst>
                  <a:path extrusionOk="0" h="797" w="1169">
                    <a:moveTo>
                      <a:pt x="579" y="1"/>
                    </a:moveTo>
                    <a:lnTo>
                      <a:pt x="0" y="796"/>
                    </a:lnTo>
                    <a:lnTo>
                      <a:pt x="1169" y="796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6" name="Google Shape;2136;p39"/>
              <p:cNvSpPr/>
              <p:nvPr/>
            </p:nvSpPr>
            <p:spPr>
              <a:xfrm>
                <a:off x="2246360" y="2654063"/>
                <a:ext cx="133810" cy="91114"/>
              </a:xfrm>
              <a:custGeom>
                <a:rect b="b" l="l" r="r" t="t"/>
                <a:pathLst>
                  <a:path extrusionOk="0" h="796" w="1169">
                    <a:moveTo>
                      <a:pt x="0" y="0"/>
                    </a:moveTo>
                    <a:lnTo>
                      <a:pt x="579" y="796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137" name="Google Shape;2137;p39"/>
          <p:cNvGrpSpPr/>
          <p:nvPr/>
        </p:nvGrpSpPr>
        <p:grpSpPr>
          <a:xfrm>
            <a:off x="3852851" y="2095203"/>
            <a:ext cx="304000" cy="356205"/>
            <a:chOff x="-49375900" y="3550975"/>
            <a:chExt cx="256800" cy="300900"/>
          </a:xfrm>
        </p:grpSpPr>
        <p:sp>
          <p:nvSpPr>
            <p:cNvPr id="2138" name="Google Shape;2138;p39"/>
            <p:cNvSpPr/>
            <p:nvPr/>
          </p:nvSpPr>
          <p:spPr>
            <a:xfrm>
              <a:off x="-49231775" y="3638425"/>
              <a:ext cx="59100" cy="59075"/>
            </a:xfrm>
            <a:custGeom>
              <a:rect b="b" l="l" r="r" t="t"/>
              <a:pathLst>
                <a:path extrusionOk="0" h="2363" w="2364">
                  <a:moveTo>
                    <a:pt x="1" y="0"/>
                  </a:moveTo>
                  <a:lnTo>
                    <a:pt x="1513" y="2363"/>
                  </a:lnTo>
                  <a:lnTo>
                    <a:pt x="23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39"/>
            <p:cNvSpPr/>
            <p:nvPr/>
          </p:nvSpPr>
          <p:spPr>
            <a:xfrm>
              <a:off x="-49291625" y="3726625"/>
              <a:ext cx="87450" cy="123675"/>
            </a:xfrm>
            <a:custGeom>
              <a:rect b="b" l="l" r="r" t="t"/>
              <a:pathLst>
                <a:path extrusionOk="0" h="4947" w="3498">
                  <a:moveTo>
                    <a:pt x="1" y="1"/>
                  </a:moveTo>
                  <a:lnTo>
                    <a:pt x="1733" y="4947"/>
                  </a:lnTo>
                  <a:lnTo>
                    <a:pt x="34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39"/>
            <p:cNvSpPr/>
            <p:nvPr/>
          </p:nvSpPr>
          <p:spPr>
            <a:xfrm>
              <a:off x="-49288475" y="3647075"/>
              <a:ext cx="81150" cy="61450"/>
            </a:xfrm>
            <a:custGeom>
              <a:rect b="b" l="l" r="r" t="t"/>
              <a:pathLst>
                <a:path extrusionOk="0" h="2458" w="3246">
                  <a:moveTo>
                    <a:pt x="1607" y="1"/>
                  </a:moveTo>
                  <a:lnTo>
                    <a:pt x="1" y="2458"/>
                  </a:lnTo>
                  <a:lnTo>
                    <a:pt x="3246" y="2458"/>
                  </a:lnTo>
                  <a:lnTo>
                    <a:pt x="16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39"/>
            <p:cNvSpPr/>
            <p:nvPr/>
          </p:nvSpPr>
          <p:spPr>
            <a:xfrm>
              <a:off x="-49375900" y="3648650"/>
              <a:ext cx="59100" cy="59875"/>
            </a:xfrm>
            <a:custGeom>
              <a:rect b="b" l="l" r="r" t="t"/>
              <a:pathLst>
                <a:path extrusionOk="0" h="2395" w="2364">
                  <a:moveTo>
                    <a:pt x="1513" y="1"/>
                  </a:moveTo>
                  <a:lnTo>
                    <a:pt x="1" y="2395"/>
                  </a:lnTo>
                  <a:lnTo>
                    <a:pt x="2363" y="2395"/>
                  </a:lnTo>
                  <a:lnTo>
                    <a:pt x="15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39"/>
            <p:cNvSpPr/>
            <p:nvPr/>
          </p:nvSpPr>
          <p:spPr>
            <a:xfrm>
              <a:off x="-49229400" y="3726625"/>
              <a:ext cx="109500" cy="125250"/>
            </a:xfrm>
            <a:custGeom>
              <a:rect b="b" l="l" r="r" t="t"/>
              <a:pathLst>
                <a:path extrusionOk="0" h="5010" w="4380">
                  <a:moveTo>
                    <a:pt x="1765" y="1"/>
                  </a:moveTo>
                  <a:lnTo>
                    <a:pt x="0" y="5010"/>
                  </a:lnTo>
                  <a:lnTo>
                    <a:pt x="43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39"/>
            <p:cNvSpPr/>
            <p:nvPr/>
          </p:nvSpPr>
          <p:spPr>
            <a:xfrm>
              <a:off x="-49179000" y="3648650"/>
              <a:ext cx="59900" cy="59875"/>
            </a:xfrm>
            <a:custGeom>
              <a:rect b="b" l="l" r="r" t="t"/>
              <a:pathLst>
                <a:path extrusionOk="0" h="2395" w="2396">
                  <a:moveTo>
                    <a:pt x="851" y="1"/>
                  </a:moveTo>
                  <a:lnTo>
                    <a:pt x="1" y="2395"/>
                  </a:lnTo>
                  <a:lnTo>
                    <a:pt x="2395" y="2395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39"/>
            <p:cNvSpPr/>
            <p:nvPr/>
          </p:nvSpPr>
          <p:spPr>
            <a:xfrm>
              <a:off x="-49323125" y="3638425"/>
              <a:ext cx="59100" cy="59075"/>
            </a:xfrm>
            <a:custGeom>
              <a:rect b="b" l="l" r="r" t="t"/>
              <a:pathLst>
                <a:path extrusionOk="0" h="2363" w="2364">
                  <a:moveTo>
                    <a:pt x="0" y="0"/>
                  </a:moveTo>
                  <a:lnTo>
                    <a:pt x="819" y="2363"/>
                  </a:lnTo>
                  <a:lnTo>
                    <a:pt x="23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39"/>
            <p:cNvSpPr/>
            <p:nvPr/>
          </p:nvSpPr>
          <p:spPr>
            <a:xfrm>
              <a:off x="-49375100" y="3726625"/>
              <a:ext cx="108700" cy="125250"/>
            </a:xfrm>
            <a:custGeom>
              <a:rect b="b" l="l" r="r" t="t"/>
              <a:pathLst>
                <a:path extrusionOk="0" h="5010" w="4348">
                  <a:moveTo>
                    <a:pt x="0" y="1"/>
                  </a:moveTo>
                  <a:lnTo>
                    <a:pt x="4348" y="5010"/>
                  </a:lnTo>
                  <a:lnTo>
                    <a:pt x="258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39"/>
            <p:cNvSpPr/>
            <p:nvPr/>
          </p:nvSpPr>
          <p:spPr>
            <a:xfrm>
              <a:off x="-49256975" y="3550975"/>
              <a:ext cx="17350" cy="53600"/>
            </a:xfrm>
            <a:custGeom>
              <a:rect b="b" l="l" r="r" t="t"/>
              <a:pathLst>
                <a:path extrusionOk="0" h="2144" w="694">
                  <a:moveTo>
                    <a:pt x="347" y="1"/>
                  </a:moveTo>
                  <a:cubicBezTo>
                    <a:pt x="158" y="1"/>
                    <a:pt x="1" y="159"/>
                    <a:pt x="1" y="348"/>
                  </a:cubicBezTo>
                  <a:lnTo>
                    <a:pt x="1" y="1797"/>
                  </a:lnTo>
                  <a:cubicBezTo>
                    <a:pt x="1" y="1986"/>
                    <a:pt x="158" y="2143"/>
                    <a:pt x="347" y="2143"/>
                  </a:cubicBezTo>
                  <a:cubicBezTo>
                    <a:pt x="536" y="2143"/>
                    <a:pt x="694" y="1986"/>
                    <a:pt x="694" y="1797"/>
                  </a:cubicBezTo>
                  <a:lnTo>
                    <a:pt x="694" y="348"/>
                  </a:lnTo>
                  <a:cubicBezTo>
                    <a:pt x="694" y="159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39"/>
            <p:cNvSpPr/>
            <p:nvPr/>
          </p:nvSpPr>
          <p:spPr>
            <a:xfrm>
              <a:off x="-49323125" y="3575850"/>
              <a:ext cx="43350" cy="32650"/>
            </a:xfrm>
            <a:custGeom>
              <a:rect b="b" l="l" r="r" t="t"/>
              <a:pathLst>
                <a:path extrusionOk="0" h="1306" w="1734">
                  <a:moveTo>
                    <a:pt x="371" y="0"/>
                  </a:moveTo>
                  <a:cubicBezTo>
                    <a:pt x="259" y="0"/>
                    <a:pt x="147" y="56"/>
                    <a:pt x="63" y="140"/>
                  </a:cubicBezTo>
                  <a:cubicBezTo>
                    <a:pt x="0" y="298"/>
                    <a:pt x="32" y="518"/>
                    <a:pt x="189" y="613"/>
                  </a:cubicBezTo>
                  <a:lnTo>
                    <a:pt x="1166" y="1274"/>
                  </a:lnTo>
                  <a:cubicBezTo>
                    <a:pt x="1261" y="1306"/>
                    <a:pt x="1292" y="1306"/>
                    <a:pt x="1387" y="1306"/>
                  </a:cubicBezTo>
                  <a:cubicBezTo>
                    <a:pt x="1481" y="1306"/>
                    <a:pt x="1607" y="1211"/>
                    <a:pt x="1639" y="1148"/>
                  </a:cubicBezTo>
                  <a:cubicBezTo>
                    <a:pt x="1733" y="991"/>
                    <a:pt x="1702" y="802"/>
                    <a:pt x="1544" y="676"/>
                  </a:cubicBezTo>
                  <a:lnTo>
                    <a:pt x="536" y="46"/>
                  </a:lnTo>
                  <a:cubicBezTo>
                    <a:pt x="483" y="14"/>
                    <a:pt x="427" y="0"/>
                    <a:pt x="3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39"/>
            <p:cNvSpPr/>
            <p:nvPr/>
          </p:nvSpPr>
          <p:spPr>
            <a:xfrm>
              <a:off x="-49217575" y="3575525"/>
              <a:ext cx="44900" cy="32975"/>
            </a:xfrm>
            <a:custGeom>
              <a:rect b="b" l="l" r="r" t="t"/>
              <a:pathLst>
                <a:path extrusionOk="0" h="1319" w="1796">
                  <a:moveTo>
                    <a:pt x="1370" y="0"/>
                  </a:moveTo>
                  <a:cubicBezTo>
                    <a:pt x="1309" y="0"/>
                    <a:pt x="1248" y="18"/>
                    <a:pt x="1197" y="59"/>
                  </a:cubicBezTo>
                  <a:lnTo>
                    <a:pt x="221" y="689"/>
                  </a:lnTo>
                  <a:cubicBezTo>
                    <a:pt x="63" y="752"/>
                    <a:pt x="0" y="1004"/>
                    <a:pt x="95" y="1161"/>
                  </a:cubicBezTo>
                  <a:cubicBezTo>
                    <a:pt x="158" y="1287"/>
                    <a:pt x="252" y="1319"/>
                    <a:pt x="378" y="1319"/>
                  </a:cubicBezTo>
                  <a:cubicBezTo>
                    <a:pt x="473" y="1319"/>
                    <a:pt x="536" y="1287"/>
                    <a:pt x="567" y="1287"/>
                  </a:cubicBezTo>
                  <a:lnTo>
                    <a:pt x="1575" y="657"/>
                  </a:lnTo>
                  <a:cubicBezTo>
                    <a:pt x="1733" y="563"/>
                    <a:pt x="1796" y="342"/>
                    <a:pt x="1670" y="185"/>
                  </a:cubicBezTo>
                  <a:cubicBezTo>
                    <a:pt x="1627" y="78"/>
                    <a:pt x="1498" y="0"/>
                    <a:pt x="13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49" name="Google Shape;2149;p39"/>
          <p:cNvGrpSpPr/>
          <p:nvPr/>
        </p:nvGrpSpPr>
        <p:grpSpPr>
          <a:xfrm>
            <a:off x="1094061" y="1618284"/>
            <a:ext cx="868881" cy="684241"/>
            <a:chOff x="6598259" y="2078634"/>
            <a:chExt cx="868881" cy="684241"/>
          </a:xfrm>
        </p:grpSpPr>
        <p:sp>
          <p:nvSpPr>
            <p:cNvPr id="2150" name="Google Shape;2150;p39"/>
            <p:cNvSpPr/>
            <p:nvPr/>
          </p:nvSpPr>
          <p:spPr>
            <a:xfrm>
              <a:off x="7165957" y="2159753"/>
              <a:ext cx="286185" cy="107120"/>
            </a:xfrm>
            <a:custGeom>
              <a:rect b="b" l="l" r="r" t="t"/>
              <a:pathLst>
                <a:path extrusionOk="0" h="18156" w="48506">
                  <a:moveTo>
                    <a:pt x="1" y="1"/>
                  </a:moveTo>
                  <a:lnTo>
                    <a:pt x="1" y="18156"/>
                  </a:lnTo>
                  <a:lnTo>
                    <a:pt x="48506" y="18156"/>
                  </a:lnTo>
                  <a:lnTo>
                    <a:pt x="48506" y="1"/>
                  </a:lnTo>
                  <a:close/>
                </a:path>
              </a:pathLst>
            </a:custGeom>
            <a:solidFill>
              <a:srgbClr val="B3C3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39"/>
            <p:cNvSpPr/>
            <p:nvPr/>
          </p:nvSpPr>
          <p:spPr>
            <a:xfrm>
              <a:off x="7085764" y="2536793"/>
              <a:ext cx="349475" cy="107120"/>
            </a:xfrm>
            <a:custGeom>
              <a:rect b="b" l="l" r="r" t="t"/>
              <a:pathLst>
                <a:path extrusionOk="0" h="18156" w="59233">
                  <a:moveTo>
                    <a:pt x="1" y="1"/>
                  </a:moveTo>
                  <a:lnTo>
                    <a:pt x="1" y="18156"/>
                  </a:lnTo>
                  <a:lnTo>
                    <a:pt x="59233" y="18156"/>
                  </a:lnTo>
                  <a:lnTo>
                    <a:pt x="59233" y="1"/>
                  </a:lnTo>
                  <a:close/>
                </a:path>
              </a:pathLst>
            </a:custGeom>
            <a:solidFill>
              <a:srgbClr val="374F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39"/>
            <p:cNvSpPr/>
            <p:nvPr/>
          </p:nvSpPr>
          <p:spPr>
            <a:xfrm>
              <a:off x="6598259" y="2195183"/>
              <a:ext cx="271241" cy="107120"/>
            </a:xfrm>
            <a:custGeom>
              <a:rect b="b" l="l" r="r" t="t"/>
              <a:pathLst>
                <a:path extrusionOk="0" h="18156" w="45973">
                  <a:moveTo>
                    <a:pt x="1" y="0"/>
                  </a:moveTo>
                  <a:lnTo>
                    <a:pt x="1" y="18156"/>
                  </a:lnTo>
                  <a:lnTo>
                    <a:pt x="45972" y="18156"/>
                  </a:lnTo>
                  <a:lnTo>
                    <a:pt x="45972" y="0"/>
                  </a:lnTo>
                  <a:close/>
                </a:path>
              </a:pathLst>
            </a:custGeom>
            <a:solidFill>
              <a:srgbClr val="8FA1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39"/>
            <p:cNvSpPr/>
            <p:nvPr/>
          </p:nvSpPr>
          <p:spPr>
            <a:xfrm>
              <a:off x="6604064" y="2370778"/>
              <a:ext cx="358696" cy="107126"/>
            </a:xfrm>
            <a:custGeom>
              <a:rect b="b" l="l" r="r" t="t"/>
              <a:pathLst>
                <a:path extrusionOk="0" h="18157" w="60796">
                  <a:moveTo>
                    <a:pt x="0" y="1"/>
                  </a:moveTo>
                  <a:lnTo>
                    <a:pt x="0" y="18156"/>
                  </a:lnTo>
                  <a:lnTo>
                    <a:pt x="60796" y="18156"/>
                  </a:lnTo>
                  <a:lnTo>
                    <a:pt x="60796" y="1"/>
                  </a:lnTo>
                  <a:close/>
                </a:path>
              </a:pathLst>
            </a:custGeom>
            <a:solidFill>
              <a:srgbClr val="C9D4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39"/>
            <p:cNvSpPr/>
            <p:nvPr/>
          </p:nvSpPr>
          <p:spPr>
            <a:xfrm>
              <a:off x="6645158" y="2545743"/>
              <a:ext cx="358696" cy="109044"/>
            </a:xfrm>
            <a:custGeom>
              <a:rect b="b" l="l" r="r" t="t"/>
              <a:pathLst>
                <a:path extrusionOk="0" h="18482" w="60796">
                  <a:moveTo>
                    <a:pt x="1" y="0"/>
                  </a:moveTo>
                  <a:lnTo>
                    <a:pt x="1" y="18482"/>
                  </a:lnTo>
                  <a:lnTo>
                    <a:pt x="60796" y="18482"/>
                  </a:lnTo>
                  <a:lnTo>
                    <a:pt x="60796" y="0"/>
                  </a:lnTo>
                  <a:close/>
                </a:path>
              </a:pathLst>
            </a:custGeom>
            <a:solidFill>
              <a:srgbClr val="DBE3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39"/>
            <p:cNvSpPr/>
            <p:nvPr/>
          </p:nvSpPr>
          <p:spPr>
            <a:xfrm>
              <a:off x="7155838" y="2352960"/>
              <a:ext cx="311302" cy="107120"/>
            </a:xfrm>
            <a:custGeom>
              <a:rect b="b" l="l" r="r" t="t"/>
              <a:pathLst>
                <a:path extrusionOk="0" h="18156" w="52763">
                  <a:moveTo>
                    <a:pt x="0" y="0"/>
                  </a:moveTo>
                  <a:lnTo>
                    <a:pt x="0" y="18155"/>
                  </a:lnTo>
                  <a:lnTo>
                    <a:pt x="52763" y="18155"/>
                  </a:lnTo>
                  <a:lnTo>
                    <a:pt x="52763" y="0"/>
                  </a:lnTo>
                  <a:close/>
                </a:path>
              </a:pathLst>
            </a:custGeom>
            <a:solidFill>
              <a:srgbClr val="4F67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56" name="Google Shape;2156;p39"/>
            <p:cNvGrpSpPr/>
            <p:nvPr/>
          </p:nvGrpSpPr>
          <p:grpSpPr>
            <a:xfrm>
              <a:off x="6808175" y="2078634"/>
              <a:ext cx="452229" cy="684241"/>
              <a:chOff x="6808175" y="2078634"/>
              <a:chExt cx="452229" cy="684241"/>
            </a:xfrm>
          </p:grpSpPr>
          <p:sp>
            <p:nvSpPr>
              <p:cNvPr id="2157" name="Google Shape;2157;p39"/>
              <p:cNvSpPr/>
              <p:nvPr/>
            </p:nvSpPr>
            <p:spPr>
              <a:xfrm>
                <a:off x="7165957" y="2159753"/>
                <a:ext cx="94447" cy="107120"/>
              </a:xfrm>
              <a:custGeom>
                <a:rect b="b" l="l" r="r" t="t"/>
                <a:pathLst>
                  <a:path extrusionOk="0" h="18156" w="16008">
                    <a:moveTo>
                      <a:pt x="1" y="1"/>
                    </a:moveTo>
                    <a:lnTo>
                      <a:pt x="1" y="18156"/>
                    </a:lnTo>
                    <a:lnTo>
                      <a:pt x="16007" y="18156"/>
                    </a:lnTo>
                    <a:cubicBezTo>
                      <a:pt x="15291" y="11568"/>
                      <a:pt x="12904" y="5350"/>
                      <a:pt x="9054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8" name="Google Shape;2158;p39"/>
              <p:cNvSpPr/>
              <p:nvPr/>
            </p:nvSpPr>
            <p:spPr>
              <a:xfrm>
                <a:off x="7085764" y="2536793"/>
                <a:ext cx="61100" cy="107120"/>
              </a:xfrm>
              <a:custGeom>
                <a:rect b="b" l="l" r="r" t="t"/>
                <a:pathLst>
                  <a:path extrusionOk="0" h="18156" w="10356">
                    <a:moveTo>
                      <a:pt x="1" y="1"/>
                    </a:moveTo>
                    <a:lnTo>
                      <a:pt x="1" y="18156"/>
                    </a:lnTo>
                    <a:lnTo>
                      <a:pt x="5804" y="18156"/>
                    </a:lnTo>
                    <a:cubicBezTo>
                      <a:pt x="5810" y="18084"/>
                      <a:pt x="5813" y="18013"/>
                      <a:pt x="5813" y="17941"/>
                    </a:cubicBezTo>
                    <a:cubicBezTo>
                      <a:pt x="5815" y="17225"/>
                      <a:pt x="5579" y="16528"/>
                      <a:pt x="5146" y="15958"/>
                    </a:cubicBezTo>
                    <a:cubicBezTo>
                      <a:pt x="5764" y="15144"/>
                      <a:pt x="5967" y="14089"/>
                      <a:pt x="5696" y="13103"/>
                    </a:cubicBezTo>
                    <a:cubicBezTo>
                      <a:pt x="6334" y="11805"/>
                      <a:pt x="6339" y="10352"/>
                      <a:pt x="6343" y="9017"/>
                    </a:cubicBezTo>
                    <a:lnTo>
                      <a:pt x="6343" y="8907"/>
                    </a:lnTo>
                    <a:cubicBezTo>
                      <a:pt x="6346" y="8040"/>
                      <a:pt x="6573" y="6922"/>
                      <a:pt x="6952" y="5914"/>
                    </a:cubicBezTo>
                    <a:cubicBezTo>
                      <a:pt x="7745" y="3797"/>
                      <a:pt x="8890" y="1817"/>
                      <a:pt x="10355" y="1"/>
                    </a:cubicBezTo>
                    <a:close/>
                  </a:path>
                </a:pathLst>
              </a:custGeom>
              <a:solidFill>
                <a:srgbClr val="213B5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9" name="Google Shape;2159;p39"/>
              <p:cNvSpPr/>
              <p:nvPr/>
            </p:nvSpPr>
            <p:spPr>
              <a:xfrm>
                <a:off x="6808175" y="2195183"/>
                <a:ext cx="61325" cy="107120"/>
              </a:xfrm>
              <a:custGeom>
                <a:rect b="b" l="l" r="r" t="t"/>
                <a:pathLst>
                  <a:path extrusionOk="0" h="18156" w="10394">
                    <a:moveTo>
                      <a:pt x="3660" y="0"/>
                    </a:moveTo>
                    <a:cubicBezTo>
                      <a:pt x="1279" y="5051"/>
                      <a:pt x="19" y="10605"/>
                      <a:pt x="14" y="16353"/>
                    </a:cubicBezTo>
                    <a:cubicBezTo>
                      <a:pt x="11" y="16529"/>
                      <a:pt x="0" y="17161"/>
                      <a:pt x="51" y="18156"/>
                    </a:cubicBezTo>
                    <a:lnTo>
                      <a:pt x="10393" y="18156"/>
                    </a:lnTo>
                    <a:lnTo>
                      <a:pt x="10393" y="0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0" name="Google Shape;2160;p39"/>
              <p:cNvSpPr/>
              <p:nvPr/>
            </p:nvSpPr>
            <p:spPr>
              <a:xfrm>
                <a:off x="6820441" y="2370778"/>
                <a:ext cx="142320" cy="107126"/>
              </a:xfrm>
              <a:custGeom>
                <a:rect b="b" l="l" r="r" t="t"/>
                <a:pathLst>
                  <a:path extrusionOk="0" h="18157" w="24122">
                    <a:moveTo>
                      <a:pt x="0" y="1"/>
                    </a:moveTo>
                    <a:cubicBezTo>
                      <a:pt x="1532" y="5312"/>
                      <a:pt x="4200" y="11690"/>
                      <a:pt x="8823" y="18156"/>
                    </a:cubicBezTo>
                    <a:lnTo>
                      <a:pt x="24122" y="18156"/>
                    </a:lnTo>
                    <a:lnTo>
                      <a:pt x="24122" y="1"/>
                    </a:ln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1" name="Google Shape;2161;p39"/>
              <p:cNvSpPr/>
              <p:nvPr/>
            </p:nvSpPr>
            <p:spPr>
              <a:xfrm>
                <a:off x="6929774" y="2545743"/>
                <a:ext cx="74092" cy="109044"/>
              </a:xfrm>
              <a:custGeom>
                <a:rect b="b" l="l" r="r" t="t"/>
                <a:pathLst>
                  <a:path extrusionOk="0" h="18482" w="12558">
                    <a:moveTo>
                      <a:pt x="0" y="0"/>
                    </a:moveTo>
                    <a:cubicBezTo>
                      <a:pt x="938" y="1387"/>
                      <a:pt x="1707" y="2855"/>
                      <a:pt x="2285" y="4397"/>
                    </a:cubicBezTo>
                    <a:cubicBezTo>
                      <a:pt x="2664" y="5405"/>
                      <a:pt x="2891" y="6523"/>
                      <a:pt x="2895" y="7390"/>
                    </a:cubicBezTo>
                    <a:lnTo>
                      <a:pt x="2895" y="7500"/>
                    </a:lnTo>
                    <a:cubicBezTo>
                      <a:pt x="2898" y="8835"/>
                      <a:pt x="2904" y="10288"/>
                      <a:pt x="3541" y="11586"/>
                    </a:cubicBezTo>
                    <a:cubicBezTo>
                      <a:pt x="3270" y="12572"/>
                      <a:pt x="3473" y="13627"/>
                      <a:pt x="4092" y="14441"/>
                    </a:cubicBezTo>
                    <a:cubicBezTo>
                      <a:pt x="3202" y="15613"/>
                      <a:pt x="3202" y="17235"/>
                      <a:pt x="4092" y="18407"/>
                    </a:cubicBezTo>
                    <a:cubicBezTo>
                      <a:pt x="4072" y="18431"/>
                      <a:pt x="4057" y="18457"/>
                      <a:pt x="4039" y="18482"/>
                    </a:cubicBezTo>
                    <a:lnTo>
                      <a:pt x="12558" y="18482"/>
                    </a:lnTo>
                    <a:lnTo>
                      <a:pt x="12558" y="0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2" name="Google Shape;2162;p39"/>
              <p:cNvSpPr/>
              <p:nvPr/>
            </p:nvSpPr>
            <p:spPr>
              <a:xfrm>
                <a:off x="7155838" y="2352960"/>
                <a:ext cx="98377" cy="107120"/>
              </a:xfrm>
              <a:custGeom>
                <a:rect b="b" l="l" r="r" t="t"/>
                <a:pathLst>
                  <a:path extrusionOk="0" h="18156" w="16674">
                    <a:moveTo>
                      <a:pt x="0" y="0"/>
                    </a:moveTo>
                    <a:lnTo>
                      <a:pt x="0" y="18155"/>
                    </a:lnTo>
                    <a:lnTo>
                      <a:pt x="9101" y="18155"/>
                    </a:lnTo>
                    <a:cubicBezTo>
                      <a:pt x="13299" y="11475"/>
                      <a:pt x="15509" y="5056"/>
                      <a:pt x="16674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163" name="Google Shape;2163;p39"/>
              <p:cNvGrpSpPr/>
              <p:nvPr/>
            </p:nvGrpSpPr>
            <p:grpSpPr>
              <a:xfrm>
                <a:off x="6821586" y="2078634"/>
                <a:ext cx="426871" cy="684241"/>
                <a:chOff x="6821586" y="2078634"/>
                <a:chExt cx="426871" cy="684241"/>
              </a:xfrm>
            </p:grpSpPr>
            <p:grpSp>
              <p:nvGrpSpPr>
                <p:cNvPr id="2164" name="Google Shape;2164;p39"/>
                <p:cNvGrpSpPr/>
                <p:nvPr/>
              </p:nvGrpSpPr>
              <p:grpSpPr>
                <a:xfrm>
                  <a:off x="6821586" y="2078634"/>
                  <a:ext cx="426871" cy="684241"/>
                  <a:chOff x="6821586" y="2078634"/>
                  <a:chExt cx="426871" cy="684241"/>
                </a:xfrm>
              </p:grpSpPr>
              <p:sp>
                <p:nvSpPr>
                  <p:cNvPr id="2165" name="Google Shape;2165;p39"/>
                  <p:cNvSpPr/>
                  <p:nvPr/>
                </p:nvSpPr>
                <p:spPr>
                  <a:xfrm>
                    <a:off x="6990036" y="2693797"/>
                    <a:ext cx="89963" cy="69077"/>
                  </a:xfrm>
                  <a:custGeom>
                    <a:rect b="b" l="l" r="r" t="t"/>
                    <a:pathLst>
                      <a:path extrusionOk="0" h="11708" w="15248">
                        <a:moveTo>
                          <a:pt x="1" y="0"/>
                        </a:moveTo>
                        <a:lnTo>
                          <a:pt x="1" y="4083"/>
                        </a:lnTo>
                        <a:cubicBezTo>
                          <a:pt x="1" y="8276"/>
                          <a:pt x="3430" y="11707"/>
                          <a:pt x="7623" y="11707"/>
                        </a:cubicBezTo>
                        <a:cubicBezTo>
                          <a:pt x="11816" y="11707"/>
                          <a:pt x="15247" y="8276"/>
                          <a:pt x="15247" y="4083"/>
                        </a:cubicBezTo>
                        <a:lnTo>
                          <a:pt x="15247" y="0"/>
                        </a:lnTo>
                        <a:close/>
                      </a:path>
                    </a:pathLst>
                  </a:custGeom>
                  <a:solidFill>
                    <a:srgbClr val="EEF0F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66" name="Google Shape;2166;p39"/>
                  <p:cNvSpPr/>
                  <p:nvPr/>
                </p:nvSpPr>
                <p:spPr>
                  <a:xfrm>
                    <a:off x="6968649" y="2671926"/>
                    <a:ext cx="132738" cy="72712"/>
                  </a:xfrm>
                  <a:custGeom>
                    <a:rect b="b" l="l" r="r" t="t"/>
                    <a:pathLst>
                      <a:path extrusionOk="0" h="12324" w="22498">
                        <a:moveTo>
                          <a:pt x="1" y="0"/>
                        </a:moveTo>
                        <a:lnTo>
                          <a:pt x="1" y="2864"/>
                        </a:lnTo>
                        <a:cubicBezTo>
                          <a:pt x="1" y="8528"/>
                          <a:pt x="10476" y="12324"/>
                          <a:pt x="11248" y="12324"/>
                        </a:cubicBezTo>
                        <a:cubicBezTo>
                          <a:pt x="12022" y="12324"/>
                          <a:pt x="22498" y="7684"/>
                          <a:pt x="22498" y="2864"/>
                        </a:cubicBezTo>
                        <a:lnTo>
                          <a:pt x="22498" y="0"/>
                        </a:lnTo>
                        <a:close/>
                      </a:path>
                    </a:pathLst>
                  </a:custGeom>
                  <a:solidFill>
                    <a:srgbClr val="E3E7E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67" name="Google Shape;2167;p39"/>
                  <p:cNvSpPr/>
                  <p:nvPr/>
                </p:nvSpPr>
                <p:spPr>
                  <a:xfrm>
                    <a:off x="6968649" y="2679891"/>
                    <a:ext cx="132738" cy="64747"/>
                  </a:xfrm>
                  <a:custGeom>
                    <a:rect b="b" l="l" r="r" t="t"/>
                    <a:pathLst>
                      <a:path extrusionOk="0" h="10974" w="22498">
                        <a:moveTo>
                          <a:pt x="1" y="1"/>
                        </a:moveTo>
                        <a:lnTo>
                          <a:pt x="1" y="1514"/>
                        </a:lnTo>
                        <a:cubicBezTo>
                          <a:pt x="1" y="7178"/>
                          <a:pt x="10476" y="10974"/>
                          <a:pt x="11248" y="10974"/>
                        </a:cubicBezTo>
                        <a:cubicBezTo>
                          <a:pt x="12022" y="10974"/>
                          <a:pt x="22498" y="6335"/>
                          <a:pt x="22498" y="1514"/>
                        </a:cubicBezTo>
                        <a:lnTo>
                          <a:pt x="22498" y="1"/>
                        </a:lnTo>
                        <a:cubicBezTo>
                          <a:pt x="22498" y="4821"/>
                          <a:pt x="12022" y="9459"/>
                          <a:pt x="11248" y="9459"/>
                        </a:cubicBezTo>
                        <a:cubicBezTo>
                          <a:pt x="10476" y="9459"/>
                          <a:pt x="1" y="5665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D6DBE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68" name="Google Shape;2168;p39"/>
                  <p:cNvSpPr/>
                  <p:nvPr/>
                </p:nvSpPr>
                <p:spPr>
                  <a:xfrm>
                    <a:off x="6969091" y="2693467"/>
                    <a:ext cx="131729" cy="11765"/>
                  </a:xfrm>
                  <a:custGeom>
                    <a:rect b="b" l="l" r="r" t="t"/>
                    <a:pathLst>
                      <a:path extrusionOk="0" h="1994" w="22327">
                        <a:moveTo>
                          <a:pt x="52" y="1"/>
                        </a:moveTo>
                        <a:cubicBezTo>
                          <a:pt x="34" y="1"/>
                          <a:pt x="18" y="4"/>
                          <a:pt x="1" y="4"/>
                        </a:cubicBezTo>
                        <a:cubicBezTo>
                          <a:pt x="122" y="701"/>
                          <a:pt x="392" y="1367"/>
                          <a:pt x="778" y="1994"/>
                        </a:cubicBezTo>
                        <a:lnTo>
                          <a:pt x="21362" y="1994"/>
                        </a:lnTo>
                        <a:cubicBezTo>
                          <a:pt x="21834" y="1347"/>
                          <a:pt x="22173" y="680"/>
                          <a:pt x="22326" y="2"/>
                        </a:cubicBezTo>
                        <a:cubicBezTo>
                          <a:pt x="22316" y="2"/>
                          <a:pt x="22307" y="1"/>
                          <a:pt x="22297" y="1"/>
                        </a:cubicBezTo>
                        <a:close/>
                      </a:path>
                    </a:pathLst>
                  </a:custGeom>
                  <a:solidFill>
                    <a:srgbClr val="D6DBE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69" name="Google Shape;2169;p39"/>
                  <p:cNvSpPr/>
                  <p:nvPr/>
                </p:nvSpPr>
                <p:spPr>
                  <a:xfrm>
                    <a:off x="6821586" y="2078634"/>
                    <a:ext cx="426871" cy="544694"/>
                  </a:xfrm>
                  <a:custGeom>
                    <a:rect b="b" l="l" r="r" t="t"/>
                    <a:pathLst>
                      <a:path extrusionOk="0" h="92321" w="72351">
                        <a:moveTo>
                          <a:pt x="36174" y="1"/>
                        </a:moveTo>
                        <a:cubicBezTo>
                          <a:pt x="16216" y="1"/>
                          <a:pt x="37" y="16180"/>
                          <a:pt x="37" y="36140"/>
                        </a:cubicBezTo>
                        <a:cubicBezTo>
                          <a:pt x="37" y="36140"/>
                          <a:pt x="0" y="37141"/>
                          <a:pt x="140" y="38891"/>
                        </a:cubicBezTo>
                        <a:cubicBezTo>
                          <a:pt x="143" y="38928"/>
                          <a:pt x="147" y="38965"/>
                          <a:pt x="149" y="39003"/>
                        </a:cubicBezTo>
                        <a:cubicBezTo>
                          <a:pt x="164" y="39192"/>
                          <a:pt x="182" y="39386"/>
                          <a:pt x="201" y="39590"/>
                        </a:cubicBezTo>
                        <a:cubicBezTo>
                          <a:pt x="222" y="39817"/>
                          <a:pt x="246" y="40044"/>
                          <a:pt x="273" y="40271"/>
                        </a:cubicBezTo>
                        <a:cubicBezTo>
                          <a:pt x="281" y="40354"/>
                          <a:pt x="292" y="40436"/>
                          <a:pt x="301" y="40521"/>
                        </a:cubicBezTo>
                        <a:cubicBezTo>
                          <a:pt x="313" y="40621"/>
                          <a:pt x="325" y="40722"/>
                          <a:pt x="337" y="40822"/>
                        </a:cubicBezTo>
                        <a:cubicBezTo>
                          <a:pt x="1211" y="47845"/>
                          <a:pt x="4544" y="61615"/>
                          <a:pt x="17111" y="74112"/>
                        </a:cubicBezTo>
                        <a:cubicBezTo>
                          <a:pt x="19581" y="76568"/>
                          <a:pt x="21548" y="79501"/>
                          <a:pt x="22771" y="82763"/>
                        </a:cubicBezTo>
                        <a:cubicBezTo>
                          <a:pt x="23307" y="84192"/>
                          <a:pt x="23522" y="85567"/>
                          <a:pt x="23526" y="86552"/>
                        </a:cubicBezTo>
                        <a:cubicBezTo>
                          <a:pt x="23540" y="90527"/>
                          <a:pt x="23421" y="92321"/>
                          <a:pt x="36174" y="92321"/>
                        </a:cubicBezTo>
                        <a:cubicBezTo>
                          <a:pt x="48929" y="92321"/>
                          <a:pt x="48811" y="90527"/>
                          <a:pt x="48825" y="86552"/>
                        </a:cubicBezTo>
                        <a:cubicBezTo>
                          <a:pt x="48828" y="85567"/>
                          <a:pt x="49043" y="84192"/>
                          <a:pt x="49579" y="82763"/>
                        </a:cubicBezTo>
                        <a:cubicBezTo>
                          <a:pt x="50802" y="79501"/>
                          <a:pt x="52769" y="76568"/>
                          <a:pt x="55240" y="74112"/>
                        </a:cubicBezTo>
                        <a:cubicBezTo>
                          <a:pt x="67806" y="61615"/>
                          <a:pt x="71138" y="47845"/>
                          <a:pt x="72011" y="40822"/>
                        </a:cubicBezTo>
                        <a:cubicBezTo>
                          <a:pt x="72025" y="40722"/>
                          <a:pt x="72038" y="40621"/>
                          <a:pt x="72050" y="40521"/>
                        </a:cubicBezTo>
                        <a:cubicBezTo>
                          <a:pt x="72059" y="40436"/>
                          <a:pt x="72069" y="40354"/>
                          <a:pt x="72078" y="40271"/>
                        </a:cubicBezTo>
                        <a:cubicBezTo>
                          <a:pt x="72104" y="40044"/>
                          <a:pt x="72127" y="39817"/>
                          <a:pt x="72149" y="39590"/>
                        </a:cubicBezTo>
                        <a:cubicBezTo>
                          <a:pt x="72169" y="39386"/>
                          <a:pt x="72186" y="39192"/>
                          <a:pt x="72202" y="39003"/>
                        </a:cubicBezTo>
                        <a:cubicBezTo>
                          <a:pt x="72205" y="38966"/>
                          <a:pt x="72207" y="38928"/>
                          <a:pt x="72211" y="38891"/>
                        </a:cubicBezTo>
                        <a:cubicBezTo>
                          <a:pt x="72350" y="37141"/>
                          <a:pt x="72314" y="36140"/>
                          <a:pt x="72314" y="36140"/>
                        </a:cubicBezTo>
                        <a:cubicBezTo>
                          <a:pt x="72314" y="16180"/>
                          <a:pt x="56134" y="1"/>
                          <a:pt x="36174" y="1"/>
                        </a:cubicBezTo>
                        <a:close/>
                      </a:path>
                    </a:pathLst>
                  </a:custGeom>
                  <a:solidFill>
                    <a:srgbClr val="FEFEFE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70" name="Google Shape;2170;p39"/>
                  <p:cNvSpPr/>
                  <p:nvPr/>
                </p:nvSpPr>
                <p:spPr>
                  <a:xfrm>
                    <a:off x="6984514" y="2448953"/>
                    <a:ext cx="101008" cy="164409"/>
                  </a:xfrm>
                  <a:custGeom>
                    <a:rect b="b" l="l" r="r" t="t"/>
                    <a:pathLst>
                      <a:path extrusionOk="0" h="27866" w="17120">
                        <a:moveTo>
                          <a:pt x="1" y="0"/>
                        </a:moveTo>
                        <a:lnTo>
                          <a:pt x="4920" y="27866"/>
                        </a:lnTo>
                        <a:lnTo>
                          <a:pt x="12200" y="27866"/>
                        </a:lnTo>
                        <a:lnTo>
                          <a:pt x="17120" y="0"/>
                        </a:lnTo>
                        <a:close/>
                      </a:path>
                    </a:pathLst>
                  </a:custGeom>
                  <a:solidFill>
                    <a:srgbClr val="EDF1F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71" name="Google Shape;2171;p39"/>
                  <p:cNvSpPr/>
                  <p:nvPr/>
                </p:nvSpPr>
                <p:spPr>
                  <a:xfrm>
                    <a:off x="6984514" y="2448953"/>
                    <a:ext cx="101008" cy="140963"/>
                  </a:xfrm>
                  <a:custGeom>
                    <a:rect b="b" l="l" r="r" t="t"/>
                    <a:pathLst>
                      <a:path extrusionOk="0" h="23892" w="17120">
                        <a:moveTo>
                          <a:pt x="1" y="0"/>
                        </a:moveTo>
                        <a:lnTo>
                          <a:pt x="4218" y="23891"/>
                        </a:lnTo>
                        <a:lnTo>
                          <a:pt x="12902" y="23891"/>
                        </a:lnTo>
                        <a:lnTo>
                          <a:pt x="17120" y="0"/>
                        </a:lnTo>
                        <a:close/>
                      </a:path>
                    </a:pathLst>
                  </a:custGeom>
                  <a:solidFill>
                    <a:srgbClr val="E3E9ED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72" name="Google Shape;2172;p39"/>
                  <p:cNvSpPr/>
                  <p:nvPr/>
                </p:nvSpPr>
                <p:spPr>
                  <a:xfrm>
                    <a:off x="7012451" y="2607162"/>
                    <a:ext cx="45141" cy="6201"/>
                  </a:xfrm>
                  <a:custGeom>
                    <a:rect b="b" l="l" r="r" t="t"/>
                    <a:pathLst>
                      <a:path extrusionOk="0" h="1051" w="7651">
                        <a:moveTo>
                          <a:pt x="0" y="1"/>
                        </a:moveTo>
                        <a:lnTo>
                          <a:pt x="185" y="1051"/>
                        </a:lnTo>
                        <a:lnTo>
                          <a:pt x="7465" y="1051"/>
                        </a:lnTo>
                        <a:lnTo>
                          <a:pt x="7650" y="1"/>
                        </a:lnTo>
                        <a:close/>
                      </a:path>
                    </a:pathLst>
                  </a:custGeom>
                  <a:solidFill>
                    <a:srgbClr val="E3E9ED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73" name="Google Shape;2173;p39"/>
                  <p:cNvSpPr/>
                  <p:nvPr/>
                </p:nvSpPr>
                <p:spPr>
                  <a:xfrm>
                    <a:off x="6968649" y="2664244"/>
                    <a:ext cx="132738" cy="25199"/>
                  </a:xfrm>
                  <a:custGeom>
                    <a:rect b="b" l="l" r="r" t="t"/>
                    <a:pathLst>
                      <a:path extrusionOk="0" h="4271" w="22498">
                        <a:moveTo>
                          <a:pt x="93" y="1"/>
                        </a:moveTo>
                        <a:cubicBezTo>
                          <a:pt x="43" y="1"/>
                          <a:pt x="1" y="43"/>
                          <a:pt x="1" y="95"/>
                        </a:cubicBezTo>
                        <a:lnTo>
                          <a:pt x="1" y="4176"/>
                        </a:lnTo>
                        <a:cubicBezTo>
                          <a:pt x="1" y="4229"/>
                          <a:pt x="43" y="4270"/>
                          <a:pt x="93" y="4270"/>
                        </a:cubicBezTo>
                        <a:lnTo>
                          <a:pt x="22405" y="4270"/>
                        </a:lnTo>
                        <a:cubicBezTo>
                          <a:pt x="22456" y="4270"/>
                          <a:pt x="22498" y="4229"/>
                          <a:pt x="22498" y="4176"/>
                        </a:cubicBezTo>
                        <a:lnTo>
                          <a:pt x="22498" y="95"/>
                        </a:lnTo>
                        <a:cubicBezTo>
                          <a:pt x="22498" y="43"/>
                          <a:pt x="22456" y="1"/>
                          <a:pt x="22405" y="1"/>
                        </a:cubicBezTo>
                        <a:close/>
                      </a:path>
                    </a:pathLst>
                  </a:custGeom>
                  <a:solidFill>
                    <a:srgbClr val="E3E7E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74" name="Google Shape;2174;p39"/>
                  <p:cNvSpPr/>
                  <p:nvPr/>
                </p:nvSpPr>
                <p:spPr>
                  <a:xfrm>
                    <a:off x="6968649" y="2667389"/>
                    <a:ext cx="132738" cy="11776"/>
                  </a:xfrm>
                  <a:custGeom>
                    <a:rect b="b" l="l" r="r" t="t"/>
                    <a:pathLst>
                      <a:path extrusionOk="0" h="1996" w="22498">
                        <a:moveTo>
                          <a:pt x="22185" y="1"/>
                        </a:moveTo>
                        <a:lnTo>
                          <a:pt x="314" y="2"/>
                        </a:lnTo>
                        <a:cubicBezTo>
                          <a:pt x="113" y="247"/>
                          <a:pt x="3" y="556"/>
                          <a:pt x="1" y="874"/>
                        </a:cubicBezTo>
                        <a:lnTo>
                          <a:pt x="1" y="1880"/>
                        </a:lnTo>
                        <a:cubicBezTo>
                          <a:pt x="1" y="1915"/>
                          <a:pt x="8" y="1948"/>
                          <a:pt x="11" y="1983"/>
                        </a:cubicBezTo>
                        <a:cubicBezTo>
                          <a:pt x="48" y="1990"/>
                          <a:pt x="88" y="1994"/>
                          <a:pt x="127" y="1996"/>
                        </a:cubicBezTo>
                        <a:lnTo>
                          <a:pt x="22372" y="1996"/>
                        </a:lnTo>
                        <a:cubicBezTo>
                          <a:pt x="22410" y="1994"/>
                          <a:pt x="22449" y="1990"/>
                          <a:pt x="22487" y="1983"/>
                        </a:cubicBezTo>
                        <a:cubicBezTo>
                          <a:pt x="22491" y="1948"/>
                          <a:pt x="22498" y="1915"/>
                          <a:pt x="22498" y="1880"/>
                        </a:cubicBezTo>
                        <a:lnTo>
                          <a:pt x="22498" y="872"/>
                        </a:lnTo>
                        <a:cubicBezTo>
                          <a:pt x="22496" y="554"/>
                          <a:pt x="22386" y="247"/>
                          <a:pt x="22185" y="1"/>
                        </a:cubicBezTo>
                        <a:close/>
                      </a:path>
                    </a:pathLst>
                  </a:custGeom>
                  <a:solidFill>
                    <a:srgbClr val="D6DBE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75" name="Google Shape;2175;p39"/>
                  <p:cNvSpPr/>
                  <p:nvPr/>
                </p:nvSpPr>
                <p:spPr>
                  <a:xfrm>
                    <a:off x="6963510" y="2683549"/>
                    <a:ext cx="143022" cy="11776"/>
                  </a:xfrm>
                  <a:custGeom>
                    <a:rect b="b" l="l" r="r" t="t"/>
                    <a:pathLst>
                      <a:path extrusionOk="0" h="1996" w="24241">
                        <a:moveTo>
                          <a:pt x="46" y="1"/>
                        </a:moveTo>
                        <a:cubicBezTo>
                          <a:pt x="19" y="1"/>
                          <a:pt x="0" y="22"/>
                          <a:pt x="0" y="46"/>
                        </a:cubicBezTo>
                        <a:lnTo>
                          <a:pt x="0" y="1951"/>
                        </a:lnTo>
                        <a:cubicBezTo>
                          <a:pt x="0" y="1975"/>
                          <a:pt x="19" y="1996"/>
                          <a:pt x="46" y="1996"/>
                        </a:cubicBezTo>
                        <a:lnTo>
                          <a:pt x="24195" y="1996"/>
                        </a:lnTo>
                        <a:cubicBezTo>
                          <a:pt x="24219" y="1996"/>
                          <a:pt x="24240" y="1975"/>
                          <a:pt x="24240" y="1951"/>
                        </a:cubicBezTo>
                        <a:lnTo>
                          <a:pt x="24240" y="46"/>
                        </a:lnTo>
                        <a:cubicBezTo>
                          <a:pt x="24240" y="22"/>
                          <a:pt x="24219" y="1"/>
                          <a:pt x="24195" y="1"/>
                        </a:cubicBezTo>
                        <a:close/>
                      </a:path>
                    </a:pathLst>
                  </a:custGeom>
                  <a:solidFill>
                    <a:srgbClr val="EEF0F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76" name="Google Shape;2176;p39"/>
                  <p:cNvSpPr/>
                  <p:nvPr/>
                </p:nvSpPr>
                <p:spPr>
                  <a:xfrm>
                    <a:off x="6968649" y="2642639"/>
                    <a:ext cx="132738" cy="25199"/>
                  </a:xfrm>
                  <a:custGeom>
                    <a:rect b="b" l="l" r="r" t="t"/>
                    <a:pathLst>
                      <a:path extrusionOk="0" h="4271" w="22498">
                        <a:moveTo>
                          <a:pt x="93" y="1"/>
                        </a:moveTo>
                        <a:cubicBezTo>
                          <a:pt x="43" y="1"/>
                          <a:pt x="1" y="43"/>
                          <a:pt x="1" y="95"/>
                        </a:cubicBezTo>
                        <a:lnTo>
                          <a:pt x="1" y="4176"/>
                        </a:lnTo>
                        <a:cubicBezTo>
                          <a:pt x="1" y="4229"/>
                          <a:pt x="43" y="4271"/>
                          <a:pt x="93" y="4271"/>
                        </a:cubicBezTo>
                        <a:lnTo>
                          <a:pt x="22405" y="4271"/>
                        </a:lnTo>
                        <a:cubicBezTo>
                          <a:pt x="22456" y="4271"/>
                          <a:pt x="22498" y="4229"/>
                          <a:pt x="22498" y="4176"/>
                        </a:cubicBezTo>
                        <a:lnTo>
                          <a:pt x="22498" y="95"/>
                        </a:lnTo>
                        <a:cubicBezTo>
                          <a:pt x="22498" y="43"/>
                          <a:pt x="22456" y="1"/>
                          <a:pt x="22405" y="1"/>
                        </a:cubicBezTo>
                        <a:close/>
                      </a:path>
                    </a:pathLst>
                  </a:custGeom>
                  <a:solidFill>
                    <a:srgbClr val="E3E7E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77" name="Google Shape;2177;p39"/>
                  <p:cNvSpPr/>
                  <p:nvPr/>
                </p:nvSpPr>
                <p:spPr>
                  <a:xfrm>
                    <a:off x="6968649" y="2643990"/>
                    <a:ext cx="132738" cy="11776"/>
                  </a:xfrm>
                  <a:custGeom>
                    <a:rect b="b" l="l" r="r" t="t"/>
                    <a:pathLst>
                      <a:path extrusionOk="0" h="1996" w="22498">
                        <a:moveTo>
                          <a:pt x="642" y="1"/>
                        </a:moveTo>
                        <a:cubicBezTo>
                          <a:pt x="242" y="259"/>
                          <a:pt x="1" y="701"/>
                          <a:pt x="1" y="1177"/>
                        </a:cubicBezTo>
                        <a:lnTo>
                          <a:pt x="1" y="1984"/>
                        </a:lnTo>
                        <a:cubicBezTo>
                          <a:pt x="41" y="1991"/>
                          <a:pt x="83" y="1994"/>
                          <a:pt x="127" y="1996"/>
                        </a:cubicBezTo>
                        <a:lnTo>
                          <a:pt x="22372" y="1996"/>
                        </a:lnTo>
                        <a:cubicBezTo>
                          <a:pt x="22414" y="1994"/>
                          <a:pt x="22456" y="1991"/>
                          <a:pt x="22498" y="1984"/>
                        </a:cubicBezTo>
                        <a:lnTo>
                          <a:pt x="22498" y="1177"/>
                        </a:lnTo>
                        <a:cubicBezTo>
                          <a:pt x="22496" y="701"/>
                          <a:pt x="22255" y="259"/>
                          <a:pt x="21856" y="1"/>
                        </a:cubicBezTo>
                        <a:close/>
                      </a:path>
                    </a:pathLst>
                  </a:custGeom>
                  <a:solidFill>
                    <a:srgbClr val="D6DBE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78" name="Google Shape;2178;p39"/>
                  <p:cNvSpPr/>
                  <p:nvPr/>
                </p:nvSpPr>
                <p:spPr>
                  <a:xfrm>
                    <a:off x="6963510" y="2660156"/>
                    <a:ext cx="143022" cy="11776"/>
                  </a:xfrm>
                  <a:custGeom>
                    <a:rect b="b" l="l" r="r" t="t"/>
                    <a:pathLst>
                      <a:path extrusionOk="0" h="1996" w="24241">
                        <a:moveTo>
                          <a:pt x="998" y="0"/>
                        </a:moveTo>
                        <a:cubicBezTo>
                          <a:pt x="447" y="2"/>
                          <a:pt x="2" y="447"/>
                          <a:pt x="0" y="998"/>
                        </a:cubicBezTo>
                        <a:cubicBezTo>
                          <a:pt x="2" y="1548"/>
                          <a:pt x="447" y="1993"/>
                          <a:pt x="998" y="1995"/>
                        </a:cubicBezTo>
                        <a:lnTo>
                          <a:pt x="23243" y="1995"/>
                        </a:lnTo>
                        <a:cubicBezTo>
                          <a:pt x="23793" y="1993"/>
                          <a:pt x="24239" y="1548"/>
                          <a:pt x="24240" y="998"/>
                        </a:cubicBezTo>
                        <a:cubicBezTo>
                          <a:pt x="24239" y="447"/>
                          <a:pt x="23793" y="2"/>
                          <a:pt x="23243" y="0"/>
                        </a:cubicBezTo>
                        <a:close/>
                      </a:path>
                    </a:pathLst>
                  </a:custGeom>
                  <a:solidFill>
                    <a:srgbClr val="EEF0F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79" name="Google Shape;2179;p39"/>
                  <p:cNvSpPr/>
                  <p:nvPr/>
                </p:nvSpPr>
                <p:spPr>
                  <a:xfrm>
                    <a:off x="6968649" y="2617451"/>
                    <a:ext cx="132738" cy="25193"/>
                  </a:xfrm>
                  <a:custGeom>
                    <a:rect b="b" l="l" r="r" t="t"/>
                    <a:pathLst>
                      <a:path extrusionOk="0" h="4270" w="22498">
                        <a:moveTo>
                          <a:pt x="93" y="0"/>
                        </a:moveTo>
                        <a:cubicBezTo>
                          <a:pt x="43" y="0"/>
                          <a:pt x="1" y="42"/>
                          <a:pt x="1" y="94"/>
                        </a:cubicBezTo>
                        <a:lnTo>
                          <a:pt x="1" y="4176"/>
                        </a:lnTo>
                        <a:cubicBezTo>
                          <a:pt x="1" y="4228"/>
                          <a:pt x="43" y="4270"/>
                          <a:pt x="93" y="4270"/>
                        </a:cubicBezTo>
                        <a:lnTo>
                          <a:pt x="22405" y="4270"/>
                        </a:lnTo>
                        <a:cubicBezTo>
                          <a:pt x="22456" y="4270"/>
                          <a:pt x="22498" y="4228"/>
                          <a:pt x="22498" y="4176"/>
                        </a:cubicBezTo>
                        <a:lnTo>
                          <a:pt x="22498" y="94"/>
                        </a:lnTo>
                        <a:cubicBezTo>
                          <a:pt x="22498" y="42"/>
                          <a:pt x="22456" y="0"/>
                          <a:pt x="22405" y="0"/>
                        </a:cubicBezTo>
                        <a:close/>
                      </a:path>
                    </a:pathLst>
                  </a:custGeom>
                  <a:solidFill>
                    <a:srgbClr val="E3E7E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80" name="Google Shape;2180;p39"/>
                  <p:cNvSpPr/>
                  <p:nvPr/>
                </p:nvSpPr>
                <p:spPr>
                  <a:xfrm>
                    <a:off x="6968649" y="2620590"/>
                    <a:ext cx="132738" cy="11782"/>
                  </a:xfrm>
                  <a:custGeom>
                    <a:rect b="b" l="l" r="r" t="t"/>
                    <a:pathLst>
                      <a:path extrusionOk="0" h="1997" w="22498">
                        <a:moveTo>
                          <a:pt x="314" y="1"/>
                        </a:moveTo>
                        <a:cubicBezTo>
                          <a:pt x="113" y="247"/>
                          <a:pt x="3" y="555"/>
                          <a:pt x="1" y="873"/>
                        </a:cubicBezTo>
                        <a:lnTo>
                          <a:pt x="1" y="1982"/>
                        </a:lnTo>
                        <a:cubicBezTo>
                          <a:pt x="41" y="1989"/>
                          <a:pt x="83" y="1994"/>
                          <a:pt x="127" y="1996"/>
                        </a:cubicBezTo>
                        <a:lnTo>
                          <a:pt x="22372" y="1996"/>
                        </a:lnTo>
                        <a:cubicBezTo>
                          <a:pt x="22414" y="1994"/>
                          <a:pt x="22456" y="1989"/>
                          <a:pt x="22498" y="1982"/>
                        </a:cubicBezTo>
                        <a:lnTo>
                          <a:pt x="22498" y="873"/>
                        </a:lnTo>
                        <a:cubicBezTo>
                          <a:pt x="22496" y="555"/>
                          <a:pt x="22386" y="247"/>
                          <a:pt x="22185" y="1"/>
                        </a:cubicBezTo>
                        <a:close/>
                      </a:path>
                    </a:pathLst>
                  </a:custGeom>
                  <a:solidFill>
                    <a:srgbClr val="D6DBE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81" name="Google Shape;2181;p39"/>
                  <p:cNvSpPr/>
                  <p:nvPr/>
                </p:nvSpPr>
                <p:spPr>
                  <a:xfrm>
                    <a:off x="6963510" y="2613357"/>
                    <a:ext cx="143022" cy="11765"/>
                  </a:xfrm>
                  <a:custGeom>
                    <a:rect b="b" l="l" r="r" t="t"/>
                    <a:pathLst>
                      <a:path extrusionOk="0" h="1994" w="24241">
                        <a:moveTo>
                          <a:pt x="998" y="1"/>
                        </a:moveTo>
                        <a:cubicBezTo>
                          <a:pt x="447" y="2"/>
                          <a:pt x="2" y="448"/>
                          <a:pt x="0" y="996"/>
                        </a:cubicBezTo>
                        <a:cubicBezTo>
                          <a:pt x="2" y="1547"/>
                          <a:pt x="447" y="1992"/>
                          <a:pt x="998" y="1994"/>
                        </a:cubicBezTo>
                        <a:lnTo>
                          <a:pt x="23243" y="1994"/>
                        </a:lnTo>
                        <a:cubicBezTo>
                          <a:pt x="23793" y="1992"/>
                          <a:pt x="24239" y="1547"/>
                          <a:pt x="24240" y="996"/>
                        </a:cubicBezTo>
                        <a:cubicBezTo>
                          <a:pt x="24239" y="448"/>
                          <a:pt x="23793" y="2"/>
                          <a:pt x="23243" y="1"/>
                        </a:cubicBezTo>
                        <a:close/>
                      </a:path>
                    </a:pathLst>
                  </a:custGeom>
                  <a:solidFill>
                    <a:srgbClr val="EEF0F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82" name="Google Shape;2182;p39"/>
                  <p:cNvSpPr/>
                  <p:nvPr/>
                </p:nvSpPr>
                <p:spPr>
                  <a:xfrm>
                    <a:off x="6850372" y="2107302"/>
                    <a:ext cx="369293" cy="477399"/>
                  </a:xfrm>
                  <a:custGeom>
                    <a:rect b="b" l="l" r="r" t="t"/>
                    <a:pathLst>
                      <a:path extrusionOk="0" h="80915" w="62592">
                        <a:moveTo>
                          <a:pt x="31297" y="0"/>
                        </a:moveTo>
                        <a:cubicBezTo>
                          <a:pt x="14049" y="0"/>
                          <a:pt x="16" y="14032"/>
                          <a:pt x="16" y="31281"/>
                        </a:cubicBezTo>
                        <a:lnTo>
                          <a:pt x="16" y="31387"/>
                        </a:lnTo>
                        <a:lnTo>
                          <a:pt x="13" y="31445"/>
                        </a:lnTo>
                        <a:cubicBezTo>
                          <a:pt x="11" y="31548"/>
                          <a:pt x="1" y="32341"/>
                          <a:pt x="104" y="33646"/>
                        </a:cubicBezTo>
                        <a:lnTo>
                          <a:pt x="104" y="33657"/>
                        </a:lnTo>
                        <a:lnTo>
                          <a:pt x="104" y="33667"/>
                        </a:lnTo>
                        <a:lnTo>
                          <a:pt x="105" y="33683"/>
                        </a:lnTo>
                        <a:lnTo>
                          <a:pt x="111" y="33746"/>
                        </a:lnTo>
                        <a:cubicBezTo>
                          <a:pt x="125" y="33912"/>
                          <a:pt x="139" y="34083"/>
                          <a:pt x="156" y="34265"/>
                        </a:cubicBezTo>
                        <a:cubicBezTo>
                          <a:pt x="175" y="34469"/>
                          <a:pt x="198" y="34667"/>
                          <a:pt x="219" y="34862"/>
                        </a:cubicBezTo>
                        <a:lnTo>
                          <a:pt x="245" y="35093"/>
                        </a:lnTo>
                        <a:lnTo>
                          <a:pt x="257" y="35191"/>
                        </a:lnTo>
                        <a:cubicBezTo>
                          <a:pt x="264" y="35241"/>
                          <a:pt x="270" y="35290"/>
                          <a:pt x="277" y="35341"/>
                        </a:cubicBezTo>
                        <a:lnTo>
                          <a:pt x="278" y="35353"/>
                        </a:lnTo>
                        <a:lnTo>
                          <a:pt x="278" y="35364"/>
                        </a:lnTo>
                        <a:cubicBezTo>
                          <a:pt x="1082" y="41822"/>
                          <a:pt x="4150" y="54364"/>
                          <a:pt x="15656" y="65807"/>
                        </a:cubicBezTo>
                        <a:cubicBezTo>
                          <a:pt x="18711" y="68844"/>
                          <a:pt x="20993" y="72340"/>
                          <a:pt x="22440" y="76197"/>
                        </a:cubicBezTo>
                        <a:cubicBezTo>
                          <a:pt x="22707" y="76910"/>
                          <a:pt x="22927" y="77638"/>
                          <a:pt x="23098" y="78379"/>
                        </a:cubicBezTo>
                        <a:cubicBezTo>
                          <a:pt x="23441" y="79855"/>
                          <a:pt x="24733" y="80914"/>
                          <a:pt x="26250" y="80914"/>
                        </a:cubicBezTo>
                        <a:lnTo>
                          <a:pt x="36339" y="80914"/>
                        </a:lnTo>
                        <a:cubicBezTo>
                          <a:pt x="37855" y="80914"/>
                          <a:pt x="39148" y="79855"/>
                          <a:pt x="39491" y="78379"/>
                        </a:cubicBezTo>
                        <a:cubicBezTo>
                          <a:pt x="39662" y="77638"/>
                          <a:pt x="39882" y="76910"/>
                          <a:pt x="40149" y="76197"/>
                        </a:cubicBezTo>
                        <a:cubicBezTo>
                          <a:pt x="41596" y="72340"/>
                          <a:pt x="43879" y="68844"/>
                          <a:pt x="46933" y="65807"/>
                        </a:cubicBezTo>
                        <a:cubicBezTo>
                          <a:pt x="58441" y="54364"/>
                          <a:pt x="61509" y="41822"/>
                          <a:pt x="62312" y="35364"/>
                        </a:cubicBezTo>
                        <a:lnTo>
                          <a:pt x="62314" y="35351"/>
                        </a:lnTo>
                        <a:lnTo>
                          <a:pt x="62314" y="35341"/>
                        </a:lnTo>
                        <a:cubicBezTo>
                          <a:pt x="62321" y="35290"/>
                          <a:pt x="62326" y="35240"/>
                          <a:pt x="62333" y="35191"/>
                        </a:cubicBezTo>
                        <a:lnTo>
                          <a:pt x="62346" y="35091"/>
                        </a:lnTo>
                        <a:lnTo>
                          <a:pt x="62370" y="34871"/>
                        </a:lnTo>
                        <a:cubicBezTo>
                          <a:pt x="62393" y="34667"/>
                          <a:pt x="62414" y="34469"/>
                          <a:pt x="62433" y="34272"/>
                        </a:cubicBezTo>
                        <a:cubicBezTo>
                          <a:pt x="62452" y="34083"/>
                          <a:pt x="62466" y="33912"/>
                          <a:pt x="62480" y="33746"/>
                        </a:cubicBezTo>
                        <a:lnTo>
                          <a:pt x="62485" y="33681"/>
                        </a:lnTo>
                        <a:lnTo>
                          <a:pt x="62487" y="33662"/>
                        </a:lnTo>
                        <a:cubicBezTo>
                          <a:pt x="62592" y="32338"/>
                          <a:pt x="62581" y="31543"/>
                          <a:pt x="62580" y="31443"/>
                        </a:cubicBezTo>
                        <a:lnTo>
                          <a:pt x="62574" y="31345"/>
                        </a:lnTo>
                        <a:lnTo>
                          <a:pt x="62576" y="31281"/>
                        </a:lnTo>
                        <a:cubicBezTo>
                          <a:pt x="62576" y="14032"/>
                          <a:pt x="48544" y="0"/>
                          <a:pt x="31297" y="0"/>
                        </a:cubicBezTo>
                        <a:close/>
                      </a:path>
                    </a:pathLst>
                  </a:custGeom>
                  <a:solidFill>
                    <a:srgbClr val="F3F5F7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83" name="Google Shape;2183;p39"/>
                  <p:cNvSpPr/>
                  <p:nvPr/>
                </p:nvSpPr>
                <p:spPr>
                  <a:xfrm>
                    <a:off x="6963510" y="2636756"/>
                    <a:ext cx="143022" cy="11776"/>
                  </a:xfrm>
                  <a:custGeom>
                    <a:rect b="b" l="l" r="r" t="t"/>
                    <a:pathLst>
                      <a:path extrusionOk="0" h="1996" w="24241">
                        <a:moveTo>
                          <a:pt x="998" y="0"/>
                        </a:moveTo>
                        <a:cubicBezTo>
                          <a:pt x="447" y="2"/>
                          <a:pt x="2" y="448"/>
                          <a:pt x="0" y="998"/>
                        </a:cubicBezTo>
                        <a:cubicBezTo>
                          <a:pt x="2" y="1548"/>
                          <a:pt x="447" y="1994"/>
                          <a:pt x="998" y="1995"/>
                        </a:cubicBezTo>
                        <a:lnTo>
                          <a:pt x="23243" y="1995"/>
                        </a:lnTo>
                        <a:cubicBezTo>
                          <a:pt x="23793" y="1994"/>
                          <a:pt x="24239" y="1548"/>
                          <a:pt x="24240" y="998"/>
                        </a:cubicBezTo>
                        <a:cubicBezTo>
                          <a:pt x="24239" y="448"/>
                          <a:pt x="23793" y="2"/>
                          <a:pt x="23243" y="0"/>
                        </a:cubicBezTo>
                        <a:close/>
                      </a:path>
                    </a:pathLst>
                  </a:custGeom>
                  <a:solidFill>
                    <a:srgbClr val="EEF0F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2184" name="Google Shape;2184;p39"/>
                <p:cNvSpPr/>
                <p:nvPr/>
              </p:nvSpPr>
              <p:spPr>
                <a:xfrm>
                  <a:off x="7046588" y="2275942"/>
                  <a:ext cx="173076" cy="113894"/>
                </a:xfrm>
                <a:custGeom>
                  <a:rect b="b" l="l" r="r" t="t"/>
                  <a:pathLst>
                    <a:path extrusionOk="0" h="19304" w="29335">
                      <a:moveTo>
                        <a:pt x="0" y="0"/>
                      </a:moveTo>
                      <a:lnTo>
                        <a:pt x="0" y="19303"/>
                      </a:lnTo>
                      <a:lnTo>
                        <a:pt x="25725" y="19303"/>
                      </a:lnTo>
                      <a:cubicBezTo>
                        <a:pt x="27782" y="14272"/>
                        <a:pt x="28673" y="9841"/>
                        <a:pt x="29054" y="6781"/>
                      </a:cubicBezTo>
                      <a:lnTo>
                        <a:pt x="29055" y="6770"/>
                      </a:lnTo>
                      <a:lnTo>
                        <a:pt x="29057" y="6758"/>
                      </a:lnTo>
                      <a:cubicBezTo>
                        <a:pt x="29064" y="6707"/>
                        <a:pt x="29069" y="6657"/>
                        <a:pt x="29075" y="6608"/>
                      </a:cubicBezTo>
                      <a:lnTo>
                        <a:pt x="29087" y="6508"/>
                      </a:lnTo>
                      <a:lnTo>
                        <a:pt x="29113" y="6288"/>
                      </a:lnTo>
                      <a:cubicBezTo>
                        <a:pt x="29136" y="6084"/>
                        <a:pt x="29157" y="5886"/>
                        <a:pt x="29176" y="5689"/>
                      </a:cubicBezTo>
                      <a:cubicBezTo>
                        <a:pt x="29193" y="5500"/>
                        <a:pt x="29209" y="5329"/>
                        <a:pt x="29221" y="5163"/>
                      </a:cubicBezTo>
                      <a:lnTo>
                        <a:pt x="29227" y="5098"/>
                      </a:lnTo>
                      <a:lnTo>
                        <a:pt x="29228" y="5079"/>
                      </a:lnTo>
                      <a:cubicBezTo>
                        <a:pt x="29335" y="3755"/>
                        <a:pt x="29323" y="2960"/>
                        <a:pt x="29321" y="2860"/>
                      </a:cubicBezTo>
                      <a:lnTo>
                        <a:pt x="29316" y="2762"/>
                      </a:lnTo>
                      <a:lnTo>
                        <a:pt x="29317" y="2698"/>
                      </a:lnTo>
                      <a:cubicBezTo>
                        <a:pt x="29317" y="1789"/>
                        <a:pt x="29277" y="890"/>
                        <a:pt x="29200" y="0"/>
                      </a:cubicBezTo>
                      <a:close/>
                    </a:path>
                  </a:pathLst>
                </a:custGeom>
                <a:solidFill>
                  <a:srgbClr val="4F677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5" name="Google Shape;2185;p39"/>
                <p:cNvSpPr/>
                <p:nvPr/>
              </p:nvSpPr>
              <p:spPr>
                <a:xfrm>
                  <a:off x="7046588" y="2107680"/>
                  <a:ext cx="168811" cy="145128"/>
                </a:xfrm>
                <a:custGeom>
                  <a:rect b="b" l="l" r="r" t="t"/>
                  <a:pathLst>
                    <a:path extrusionOk="0" h="24598" w="28612">
                      <a:moveTo>
                        <a:pt x="0" y="1"/>
                      </a:moveTo>
                      <a:lnTo>
                        <a:pt x="0" y="24597"/>
                      </a:lnTo>
                      <a:lnTo>
                        <a:pt x="28612" y="24597"/>
                      </a:lnTo>
                      <a:cubicBezTo>
                        <a:pt x="25701" y="11138"/>
                        <a:pt x="14102" y="876"/>
                        <a:pt x="0" y="1"/>
                      </a:cubicBezTo>
                      <a:close/>
                    </a:path>
                  </a:pathLst>
                </a:custGeom>
                <a:solidFill>
                  <a:srgbClr val="B3C3C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6" name="Google Shape;2186;p39"/>
                <p:cNvSpPr/>
                <p:nvPr/>
              </p:nvSpPr>
              <p:spPr>
                <a:xfrm>
                  <a:off x="6850372" y="2275942"/>
                  <a:ext cx="173082" cy="113894"/>
                </a:xfrm>
                <a:custGeom>
                  <a:rect b="b" l="l" r="r" t="t"/>
                  <a:pathLst>
                    <a:path extrusionOk="0" h="19304" w="29336">
                      <a:moveTo>
                        <a:pt x="133" y="0"/>
                      </a:moveTo>
                      <a:cubicBezTo>
                        <a:pt x="58" y="890"/>
                        <a:pt x="16" y="1789"/>
                        <a:pt x="16" y="2698"/>
                      </a:cubicBezTo>
                      <a:lnTo>
                        <a:pt x="16" y="2804"/>
                      </a:lnTo>
                      <a:lnTo>
                        <a:pt x="13" y="2862"/>
                      </a:lnTo>
                      <a:cubicBezTo>
                        <a:pt x="11" y="2965"/>
                        <a:pt x="1" y="3758"/>
                        <a:pt x="104" y="5065"/>
                      </a:cubicBezTo>
                      <a:lnTo>
                        <a:pt x="104" y="5075"/>
                      </a:lnTo>
                      <a:lnTo>
                        <a:pt x="104" y="5086"/>
                      </a:lnTo>
                      <a:lnTo>
                        <a:pt x="105" y="5100"/>
                      </a:lnTo>
                      <a:lnTo>
                        <a:pt x="111" y="5163"/>
                      </a:lnTo>
                      <a:cubicBezTo>
                        <a:pt x="125" y="5329"/>
                        <a:pt x="139" y="5500"/>
                        <a:pt x="156" y="5682"/>
                      </a:cubicBezTo>
                      <a:cubicBezTo>
                        <a:pt x="175" y="5886"/>
                        <a:pt x="198" y="6084"/>
                        <a:pt x="219" y="6279"/>
                      </a:cubicBezTo>
                      <a:lnTo>
                        <a:pt x="245" y="6510"/>
                      </a:lnTo>
                      <a:lnTo>
                        <a:pt x="257" y="6608"/>
                      </a:lnTo>
                      <a:cubicBezTo>
                        <a:pt x="264" y="6658"/>
                        <a:pt x="270" y="6709"/>
                        <a:pt x="277" y="6758"/>
                      </a:cubicBezTo>
                      <a:lnTo>
                        <a:pt x="278" y="6770"/>
                      </a:lnTo>
                      <a:lnTo>
                        <a:pt x="278" y="6781"/>
                      </a:lnTo>
                      <a:cubicBezTo>
                        <a:pt x="661" y="9843"/>
                        <a:pt x="1552" y="14272"/>
                        <a:pt x="3608" y="19303"/>
                      </a:cubicBezTo>
                      <a:lnTo>
                        <a:pt x="29333" y="19303"/>
                      </a:lnTo>
                      <a:lnTo>
                        <a:pt x="29335" y="0"/>
                      </a:lnTo>
                      <a:close/>
                    </a:path>
                  </a:pathLst>
                </a:custGeom>
                <a:solidFill>
                  <a:srgbClr val="C9D4D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7" name="Google Shape;2187;p39"/>
                <p:cNvSpPr/>
                <p:nvPr/>
              </p:nvSpPr>
              <p:spPr>
                <a:xfrm>
                  <a:off x="6882243" y="2412957"/>
                  <a:ext cx="141211" cy="171743"/>
                </a:xfrm>
                <a:custGeom>
                  <a:rect b="b" l="l" r="r" t="t"/>
                  <a:pathLst>
                    <a:path extrusionOk="0" h="29109" w="23934">
                      <a:moveTo>
                        <a:pt x="0" y="1"/>
                      </a:moveTo>
                      <a:cubicBezTo>
                        <a:pt x="2303" y="4529"/>
                        <a:pt x="5584" y="9356"/>
                        <a:pt x="10256" y="14001"/>
                      </a:cubicBezTo>
                      <a:cubicBezTo>
                        <a:pt x="13309" y="17038"/>
                        <a:pt x="15593" y="20534"/>
                        <a:pt x="17039" y="24391"/>
                      </a:cubicBezTo>
                      <a:cubicBezTo>
                        <a:pt x="17307" y="25104"/>
                        <a:pt x="17527" y="25832"/>
                        <a:pt x="17698" y="26573"/>
                      </a:cubicBezTo>
                      <a:cubicBezTo>
                        <a:pt x="18040" y="28049"/>
                        <a:pt x="19333" y="29108"/>
                        <a:pt x="20850" y="29108"/>
                      </a:cubicBezTo>
                      <a:lnTo>
                        <a:pt x="23933" y="29108"/>
                      </a:lnTo>
                      <a:lnTo>
                        <a:pt x="23933" y="1"/>
                      </a:lnTo>
                      <a:close/>
                    </a:path>
                  </a:pathLst>
                </a:custGeom>
                <a:solidFill>
                  <a:srgbClr val="DBE3E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8" name="Google Shape;2188;p39"/>
                <p:cNvSpPr/>
                <p:nvPr/>
              </p:nvSpPr>
              <p:spPr>
                <a:xfrm>
                  <a:off x="6854637" y="2107680"/>
                  <a:ext cx="168817" cy="145128"/>
                </a:xfrm>
                <a:custGeom>
                  <a:rect b="b" l="l" r="r" t="t"/>
                  <a:pathLst>
                    <a:path extrusionOk="0" h="24598" w="28613">
                      <a:moveTo>
                        <a:pt x="28612" y="1"/>
                      </a:moveTo>
                      <a:cubicBezTo>
                        <a:pt x="14512" y="876"/>
                        <a:pt x="2911" y="11138"/>
                        <a:pt x="1" y="24597"/>
                      </a:cubicBezTo>
                      <a:lnTo>
                        <a:pt x="28612" y="24597"/>
                      </a:lnTo>
                      <a:lnTo>
                        <a:pt x="28612" y="1"/>
                      </a:lnTo>
                      <a:close/>
                    </a:path>
                  </a:pathLst>
                </a:custGeom>
                <a:solidFill>
                  <a:srgbClr val="8FA1A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9" name="Google Shape;2189;p39"/>
                <p:cNvSpPr/>
                <p:nvPr/>
              </p:nvSpPr>
              <p:spPr>
                <a:xfrm>
                  <a:off x="7046588" y="2412957"/>
                  <a:ext cx="141205" cy="171743"/>
                </a:xfrm>
                <a:custGeom>
                  <a:rect b="b" l="l" r="r" t="t"/>
                  <a:pathLst>
                    <a:path extrusionOk="0" h="29109" w="23933">
                      <a:moveTo>
                        <a:pt x="0" y="1"/>
                      </a:moveTo>
                      <a:lnTo>
                        <a:pt x="0" y="29108"/>
                      </a:lnTo>
                      <a:lnTo>
                        <a:pt x="3084" y="29108"/>
                      </a:lnTo>
                      <a:cubicBezTo>
                        <a:pt x="4600" y="29108"/>
                        <a:pt x="5893" y="28049"/>
                        <a:pt x="6235" y="26573"/>
                      </a:cubicBezTo>
                      <a:cubicBezTo>
                        <a:pt x="6407" y="25832"/>
                        <a:pt x="6627" y="25104"/>
                        <a:pt x="6894" y="24391"/>
                      </a:cubicBezTo>
                      <a:cubicBezTo>
                        <a:pt x="8341" y="20534"/>
                        <a:pt x="10622" y="17038"/>
                        <a:pt x="13678" y="14001"/>
                      </a:cubicBezTo>
                      <a:cubicBezTo>
                        <a:pt x="18349" y="9356"/>
                        <a:pt x="21630" y="4529"/>
                        <a:pt x="23933" y="1"/>
                      </a:cubicBezTo>
                      <a:close/>
                    </a:path>
                  </a:pathLst>
                </a:custGeom>
                <a:solidFill>
                  <a:srgbClr val="374F6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2190" name="Google Shape;2190;p39"/>
          <p:cNvSpPr txBox="1"/>
          <p:nvPr/>
        </p:nvSpPr>
        <p:spPr>
          <a:xfrm>
            <a:off x="2467825" y="1614038"/>
            <a:ext cx="45192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 u="sng"/>
              <a:t>Tr</a:t>
            </a:r>
            <a:r>
              <a:rPr i="1" lang="en" sz="1000" u="sng"/>
              <a:t>ansform early metadata into ranked genre predictions with confidence scores, helping studios make faster, data-driven tagging decisions.</a:t>
            </a:r>
            <a:endParaRPr i="1" sz="1000" u="sng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4" name="Shape 2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40"/>
          <p:cNvSpPr/>
          <p:nvPr/>
        </p:nvSpPr>
        <p:spPr>
          <a:xfrm flipH="1">
            <a:off x="821528" y="1047218"/>
            <a:ext cx="1313100" cy="1313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6" name="Google Shape;2196;p40"/>
          <p:cNvSpPr txBox="1"/>
          <p:nvPr>
            <p:ph type="title"/>
          </p:nvPr>
        </p:nvSpPr>
        <p:spPr>
          <a:xfrm>
            <a:off x="821525" y="2989850"/>
            <a:ext cx="5199300" cy="61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</a:rPr>
              <a:t>Evaluation</a:t>
            </a:r>
            <a:endParaRPr sz="1800"/>
          </a:p>
        </p:txBody>
      </p:sp>
      <p:sp>
        <p:nvSpPr>
          <p:cNvPr id="2197" name="Google Shape;2197;p40"/>
          <p:cNvSpPr txBox="1"/>
          <p:nvPr>
            <p:ph idx="2" type="title"/>
          </p:nvPr>
        </p:nvSpPr>
        <p:spPr>
          <a:xfrm>
            <a:off x="821528" y="1240418"/>
            <a:ext cx="1313100" cy="926700"/>
          </a:xfrm>
          <a:prstGeom prst="rect">
            <a:avLst/>
          </a:prstGeom>
        </p:spPr>
        <p:txBody>
          <a:bodyPr anchorCtr="0" anchor="ctr" bIns="91425" lIns="91425" spcFirstLastPara="1" rIns="91425" wrap="square" tIns="265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grpSp>
        <p:nvGrpSpPr>
          <p:cNvPr id="2198" name="Google Shape;2198;p40"/>
          <p:cNvGrpSpPr/>
          <p:nvPr/>
        </p:nvGrpSpPr>
        <p:grpSpPr>
          <a:xfrm>
            <a:off x="8280450" y="1473987"/>
            <a:ext cx="406500" cy="322800"/>
            <a:chOff x="8280450" y="1473987"/>
            <a:chExt cx="406500" cy="322800"/>
          </a:xfrm>
        </p:grpSpPr>
        <p:sp>
          <p:nvSpPr>
            <p:cNvPr id="2199" name="Google Shape;2199;p40">
              <a:hlinkClick action="ppaction://hlinksldjump" r:id="rId3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40">
              <a:hlinkClick action="ppaction://hlinksldjump" r:id="rId4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40">
              <a:hlinkClick action="ppaction://hlinksldjump" r:id="rId5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40">
              <a:hlinkClick action="ppaction://hlinksldjump" r:id="rId6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03" name="Google Shape;2203;p40"/>
          <p:cNvGrpSpPr/>
          <p:nvPr/>
        </p:nvGrpSpPr>
        <p:grpSpPr>
          <a:xfrm>
            <a:off x="8280450" y="3346713"/>
            <a:ext cx="406500" cy="322800"/>
            <a:chOff x="8280450" y="1473987"/>
            <a:chExt cx="406500" cy="322800"/>
          </a:xfrm>
        </p:grpSpPr>
        <p:sp>
          <p:nvSpPr>
            <p:cNvPr id="2204" name="Google Shape;2204;p40">
              <a:hlinkClick action="ppaction://hlinksldjump" r:id="rId7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40">
              <a:hlinkClick action="ppaction://hlinksldjump" r:id="rId8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40">
              <a:hlinkClick action="ppaction://hlinksldjump" r:id="rId9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40">
              <a:hlinkClick action="ppaction://hlinksldjump" r:id="rId10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08" name="Google Shape;2208;p40"/>
          <p:cNvGrpSpPr/>
          <p:nvPr/>
        </p:nvGrpSpPr>
        <p:grpSpPr>
          <a:xfrm>
            <a:off x="8065601" y="2153651"/>
            <a:ext cx="836197" cy="836197"/>
            <a:chOff x="8065601" y="2153651"/>
            <a:chExt cx="836197" cy="836197"/>
          </a:xfrm>
        </p:grpSpPr>
        <p:grpSp>
          <p:nvGrpSpPr>
            <p:cNvPr id="2209" name="Google Shape;2209;p40"/>
            <p:cNvGrpSpPr/>
            <p:nvPr/>
          </p:nvGrpSpPr>
          <p:grpSpPr>
            <a:xfrm>
              <a:off x="8065601" y="2153651"/>
              <a:ext cx="836197" cy="836197"/>
              <a:chOff x="1956755" y="2080370"/>
              <a:chExt cx="724106" cy="724106"/>
            </a:xfrm>
          </p:grpSpPr>
          <p:sp>
            <p:nvSpPr>
              <p:cNvPr id="2210" name="Google Shape;2210;p40"/>
              <p:cNvSpPr/>
              <p:nvPr/>
            </p:nvSpPr>
            <p:spPr>
              <a:xfrm>
                <a:off x="2118414" y="2080370"/>
                <a:ext cx="400804" cy="724106"/>
              </a:xfrm>
              <a:custGeom>
                <a:rect b="b" l="l" r="r" t="t"/>
                <a:pathLst>
                  <a:path extrusionOk="0" h="6326" w="2929">
                    <a:moveTo>
                      <a:pt x="1" y="0"/>
                    </a:moveTo>
                    <a:lnTo>
                      <a:pt x="133" y="3157"/>
                    </a:lnTo>
                    <a:lnTo>
                      <a:pt x="1" y="6326"/>
                    </a:lnTo>
                    <a:lnTo>
                      <a:pt x="2929" y="6326"/>
                    </a:lnTo>
                    <a:lnTo>
                      <a:pt x="2796" y="3157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1" name="Google Shape;2211;p40"/>
              <p:cNvSpPr/>
              <p:nvPr/>
            </p:nvSpPr>
            <p:spPr>
              <a:xfrm>
                <a:off x="1956755" y="2240509"/>
                <a:ext cx="724106" cy="403829"/>
              </a:xfrm>
              <a:custGeom>
                <a:rect b="b" l="l" r="r" t="t"/>
                <a:pathLst>
                  <a:path extrusionOk="0" h="2929" w="6326">
                    <a:moveTo>
                      <a:pt x="0" y="1"/>
                    </a:moveTo>
                    <a:lnTo>
                      <a:pt x="0" y="2929"/>
                    </a:lnTo>
                    <a:lnTo>
                      <a:pt x="3157" y="2796"/>
                    </a:lnTo>
                    <a:lnTo>
                      <a:pt x="6326" y="2929"/>
                    </a:lnTo>
                    <a:lnTo>
                      <a:pt x="6326" y="1"/>
                    </a:lnTo>
                    <a:lnTo>
                      <a:pt x="3157" y="1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12" name="Google Shape;2212;p40"/>
            <p:cNvSpPr/>
            <p:nvPr/>
          </p:nvSpPr>
          <p:spPr>
            <a:xfrm>
              <a:off x="8316010" y="2209691"/>
              <a:ext cx="335268" cy="724106"/>
            </a:xfrm>
            <a:custGeom>
              <a:rect b="b" l="l" r="r" t="t"/>
              <a:pathLst>
                <a:path extrusionOk="0" h="6326" w="2929">
                  <a:moveTo>
                    <a:pt x="1" y="0"/>
                  </a:moveTo>
                  <a:lnTo>
                    <a:pt x="133" y="3157"/>
                  </a:lnTo>
                  <a:lnTo>
                    <a:pt x="1" y="6326"/>
                  </a:lnTo>
                  <a:lnTo>
                    <a:pt x="2929" y="6326"/>
                  </a:lnTo>
                  <a:lnTo>
                    <a:pt x="2796" y="3157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40"/>
            <p:cNvSpPr/>
            <p:nvPr/>
          </p:nvSpPr>
          <p:spPr>
            <a:xfrm>
              <a:off x="8121649" y="2404052"/>
              <a:ext cx="724106" cy="335268"/>
            </a:xfrm>
            <a:custGeom>
              <a:rect b="b" l="l" r="r" t="t"/>
              <a:pathLst>
                <a:path extrusionOk="0" h="2929" w="6326">
                  <a:moveTo>
                    <a:pt x="0" y="1"/>
                  </a:moveTo>
                  <a:lnTo>
                    <a:pt x="0" y="2929"/>
                  </a:lnTo>
                  <a:lnTo>
                    <a:pt x="3157" y="2796"/>
                  </a:lnTo>
                  <a:lnTo>
                    <a:pt x="6326" y="2929"/>
                  </a:lnTo>
                  <a:lnTo>
                    <a:pt x="6326" y="1"/>
                  </a:lnTo>
                  <a:lnTo>
                    <a:pt x="3157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40">
              <a:hlinkClick action="ppaction://hlinkshowjump?jump=nextslide"/>
            </p:cNvPr>
            <p:cNvSpPr/>
            <p:nvPr/>
          </p:nvSpPr>
          <p:spPr>
            <a:xfrm>
              <a:off x="8700842" y="2499287"/>
              <a:ext cx="91114" cy="133924"/>
            </a:xfrm>
            <a:custGeom>
              <a:rect b="b" l="l" r="r" t="t"/>
              <a:pathLst>
                <a:path extrusionOk="0" h="1170" w="796">
                  <a:moveTo>
                    <a:pt x="1" y="0"/>
                  </a:moveTo>
                  <a:lnTo>
                    <a:pt x="1" y="1169"/>
                  </a:lnTo>
                  <a:lnTo>
                    <a:pt x="796" y="5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40">
              <a:hlinkClick action="ppaction://hlinkshowjump?jump=previousslide"/>
            </p:cNvPr>
            <p:cNvSpPr/>
            <p:nvPr/>
          </p:nvSpPr>
          <p:spPr>
            <a:xfrm>
              <a:off x="8179568" y="2499287"/>
              <a:ext cx="92488" cy="133924"/>
            </a:xfrm>
            <a:custGeom>
              <a:rect b="b" l="l" r="r" t="t"/>
              <a:pathLst>
                <a:path extrusionOk="0" h="1170" w="808">
                  <a:moveTo>
                    <a:pt x="807" y="0"/>
                  </a:moveTo>
                  <a:lnTo>
                    <a:pt x="0" y="579"/>
                  </a:lnTo>
                  <a:lnTo>
                    <a:pt x="807" y="1169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40"/>
            <p:cNvSpPr/>
            <p:nvPr/>
          </p:nvSpPr>
          <p:spPr>
            <a:xfrm>
              <a:off x="8416749" y="2504724"/>
              <a:ext cx="133904" cy="133925"/>
            </a:xfrm>
            <a:custGeom>
              <a:rect b="b" l="l" r="r" t="t"/>
              <a:pathLst>
                <a:path extrusionOk="0" h="1375" w="1375">
                  <a:moveTo>
                    <a:pt x="688" y="1"/>
                  </a:moveTo>
                  <a:cubicBezTo>
                    <a:pt x="314" y="1"/>
                    <a:pt x="1" y="314"/>
                    <a:pt x="1" y="688"/>
                  </a:cubicBezTo>
                  <a:cubicBezTo>
                    <a:pt x="1" y="1073"/>
                    <a:pt x="314" y="1374"/>
                    <a:pt x="688" y="1374"/>
                  </a:cubicBezTo>
                  <a:cubicBezTo>
                    <a:pt x="1073" y="1374"/>
                    <a:pt x="1374" y="1073"/>
                    <a:pt x="1374" y="688"/>
                  </a:cubicBezTo>
                  <a:cubicBezTo>
                    <a:pt x="1374" y="314"/>
                    <a:pt x="1073" y="1"/>
                    <a:pt x="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17" name="Google Shape;2217;p40"/>
            <p:cNvGrpSpPr/>
            <p:nvPr/>
          </p:nvGrpSpPr>
          <p:grpSpPr>
            <a:xfrm>
              <a:off x="8411245" y="2263375"/>
              <a:ext cx="133810" cy="611129"/>
              <a:chOff x="2246360" y="2134049"/>
              <a:chExt cx="133810" cy="611129"/>
            </a:xfrm>
          </p:grpSpPr>
          <p:sp>
            <p:nvSpPr>
              <p:cNvPr id="2218" name="Google Shape;2218;p40"/>
              <p:cNvSpPr/>
              <p:nvPr/>
            </p:nvSpPr>
            <p:spPr>
              <a:xfrm>
                <a:off x="2246360" y="2134049"/>
                <a:ext cx="133810" cy="91229"/>
              </a:xfrm>
              <a:custGeom>
                <a:rect b="b" l="l" r="r" t="t"/>
                <a:pathLst>
                  <a:path extrusionOk="0" h="797" w="1169">
                    <a:moveTo>
                      <a:pt x="579" y="1"/>
                    </a:moveTo>
                    <a:lnTo>
                      <a:pt x="0" y="796"/>
                    </a:lnTo>
                    <a:lnTo>
                      <a:pt x="1169" y="796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9" name="Google Shape;2219;p40"/>
              <p:cNvSpPr/>
              <p:nvPr/>
            </p:nvSpPr>
            <p:spPr>
              <a:xfrm>
                <a:off x="2246360" y="2654063"/>
                <a:ext cx="133810" cy="91114"/>
              </a:xfrm>
              <a:custGeom>
                <a:rect b="b" l="l" r="r" t="t"/>
                <a:pathLst>
                  <a:path extrusionOk="0" h="796" w="1169">
                    <a:moveTo>
                      <a:pt x="0" y="0"/>
                    </a:moveTo>
                    <a:lnTo>
                      <a:pt x="579" y="796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3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" name="Google Shape;2224;p41"/>
          <p:cNvSpPr txBox="1"/>
          <p:nvPr>
            <p:ph type="title"/>
          </p:nvPr>
        </p:nvSpPr>
        <p:spPr>
          <a:xfrm>
            <a:off x="720000" y="655775"/>
            <a:ext cx="65697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Model Comparison (10-Fold Cross Validation)</a:t>
            </a:r>
            <a:endParaRPr sz="1800"/>
          </a:p>
        </p:txBody>
      </p:sp>
      <p:sp>
        <p:nvSpPr>
          <p:cNvPr id="2225" name="Google Shape;2225;p41"/>
          <p:cNvSpPr txBox="1"/>
          <p:nvPr>
            <p:ph idx="4294967295" type="subTitle"/>
          </p:nvPr>
        </p:nvSpPr>
        <p:spPr>
          <a:xfrm>
            <a:off x="895650" y="2134352"/>
            <a:ext cx="1737300" cy="53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Press Start 2P"/>
                <a:ea typeface="Press Start 2P"/>
                <a:cs typeface="Press Start 2P"/>
                <a:sym typeface="Press Start 2P"/>
              </a:rPr>
              <a:t>Random Forest</a:t>
            </a:r>
            <a:endParaRPr sz="13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226" name="Google Shape;2226;p41"/>
          <p:cNvSpPr txBox="1"/>
          <p:nvPr>
            <p:ph idx="4294967295" type="title"/>
          </p:nvPr>
        </p:nvSpPr>
        <p:spPr>
          <a:xfrm>
            <a:off x="895650" y="1555106"/>
            <a:ext cx="1737300" cy="5028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182875" spcFirstLastPara="1" rIns="182875" wrap="square" tIns="19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~0.5203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2227" name="Google Shape;2227;p41"/>
          <p:cNvSpPr txBox="1"/>
          <p:nvPr>
            <p:ph idx="4294967295" type="title"/>
          </p:nvPr>
        </p:nvSpPr>
        <p:spPr>
          <a:xfrm>
            <a:off x="890225" y="2630419"/>
            <a:ext cx="1737300" cy="502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182875" spcFirstLastPara="1" rIns="182875" wrap="square" tIns="19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~0.3953</a:t>
            </a:r>
            <a:endParaRPr sz="1500"/>
          </a:p>
        </p:txBody>
      </p:sp>
      <p:sp>
        <p:nvSpPr>
          <p:cNvPr id="2228" name="Google Shape;2228;p41"/>
          <p:cNvSpPr txBox="1"/>
          <p:nvPr>
            <p:ph idx="4294967295" type="title"/>
          </p:nvPr>
        </p:nvSpPr>
        <p:spPr>
          <a:xfrm flipH="1">
            <a:off x="879403" y="3686122"/>
            <a:ext cx="1737300" cy="5028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182875" spcFirstLastPara="1" rIns="182875" wrap="square" tIns="192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~0.3902</a:t>
            </a:r>
            <a:endParaRPr sz="1500"/>
          </a:p>
        </p:txBody>
      </p:sp>
      <p:grpSp>
        <p:nvGrpSpPr>
          <p:cNvPr id="2229" name="Google Shape;2229;p41"/>
          <p:cNvGrpSpPr/>
          <p:nvPr/>
        </p:nvGrpSpPr>
        <p:grpSpPr>
          <a:xfrm>
            <a:off x="8280450" y="1473987"/>
            <a:ext cx="406500" cy="322800"/>
            <a:chOff x="8280450" y="1473987"/>
            <a:chExt cx="406500" cy="322800"/>
          </a:xfrm>
        </p:grpSpPr>
        <p:sp>
          <p:nvSpPr>
            <p:cNvPr id="2230" name="Google Shape;2230;p41">
              <a:hlinkClick action="ppaction://hlinksldjump" r:id="rId3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41">
              <a:hlinkClick action="ppaction://hlinksldjump" r:id="rId4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41">
              <a:hlinkClick action="ppaction://hlinksldjump" r:id="rId5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41">
              <a:hlinkClick action="ppaction://hlinksldjump" r:id="rId6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34" name="Google Shape;2234;p41"/>
          <p:cNvGrpSpPr/>
          <p:nvPr/>
        </p:nvGrpSpPr>
        <p:grpSpPr>
          <a:xfrm>
            <a:off x="8280450" y="3346713"/>
            <a:ext cx="406500" cy="322800"/>
            <a:chOff x="8280450" y="1473987"/>
            <a:chExt cx="406500" cy="322800"/>
          </a:xfrm>
        </p:grpSpPr>
        <p:sp>
          <p:nvSpPr>
            <p:cNvPr id="2235" name="Google Shape;2235;p41">
              <a:hlinkClick action="ppaction://hlinksldjump" r:id="rId7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41">
              <a:hlinkClick action="ppaction://hlinksldjump" r:id="rId8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41">
              <a:hlinkClick action="ppaction://hlinksldjump" r:id="rId9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41">
              <a:hlinkClick action="ppaction://hlinksldjump" r:id="rId10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39" name="Google Shape;2239;p41"/>
          <p:cNvGrpSpPr/>
          <p:nvPr/>
        </p:nvGrpSpPr>
        <p:grpSpPr>
          <a:xfrm>
            <a:off x="8065601" y="2153651"/>
            <a:ext cx="836197" cy="836197"/>
            <a:chOff x="8065601" y="2153651"/>
            <a:chExt cx="836197" cy="836197"/>
          </a:xfrm>
        </p:grpSpPr>
        <p:grpSp>
          <p:nvGrpSpPr>
            <p:cNvPr id="2240" name="Google Shape;2240;p41"/>
            <p:cNvGrpSpPr/>
            <p:nvPr/>
          </p:nvGrpSpPr>
          <p:grpSpPr>
            <a:xfrm>
              <a:off x="8065601" y="2153651"/>
              <a:ext cx="836197" cy="836197"/>
              <a:chOff x="1956755" y="2080370"/>
              <a:chExt cx="724106" cy="724106"/>
            </a:xfrm>
          </p:grpSpPr>
          <p:sp>
            <p:nvSpPr>
              <p:cNvPr id="2241" name="Google Shape;2241;p41"/>
              <p:cNvSpPr/>
              <p:nvPr/>
            </p:nvSpPr>
            <p:spPr>
              <a:xfrm>
                <a:off x="2118414" y="2080370"/>
                <a:ext cx="400804" cy="724106"/>
              </a:xfrm>
              <a:custGeom>
                <a:rect b="b" l="l" r="r" t="t"/>
                <a:pathLst>
                  <a:path extrusionOk="0" h="6326" w="2929">
                    <a:moveTo>
                      <a:pt x="1" y="0"/>
                    </a:moveTo>
                    <a:lnTo>
                      <a:pt x="133" y="3157"/>
                    </a:lnTo>
                    <a:lnTo>
                      <a:pt x="1" y="6326"/>
                    </a:lnTo>
                    <a:lnTo>
                      <a:pt x="2929" y="6326"/>
                    </a:lnTo>
                    <a:lnTo>
                      <a:pt x="2796" y="3157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2" name="Google Shape;2242;p41"/>
              <p:cNvSpPr/>
              <p:nvPr/>
            </p:nvSpPr>
            <p:spPr>
              <a:xfrm>
                <a:off x="1956755" y="2240509"/>
                <a:ext cx="724106" cy="403829"/>
              </a:xfrm>
              <a:custGeom>
                <a:rect b="b" l="l" r="r" t="t"/>
                <a:pathLst>
                  <a:path extrusionOk="0" h="2929" w="6326">
                    <a:moveTo>
                      <a:pt x="0" y="1"/>
                    </a:moveTo>
                    <a:lnTo>
                      <a:pt x="0" y="2929"/>
                    </a:lnTo>
                    <a:lnTo>
                      <a:pt x="3157" y="2796"/>
                    </a:lnTo>
                    <a:lnTo>
                      <a:pt x="6326" y="2929"/>
                    </a:lnTo>
                    <a:lnTo>
                      <a:pt x="6326" y="1"/>
                    </a:lnTo>
                    <a:lnTo>
                      <a:pt x="3157" y="1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43" name="Google Shape;2243;p41"/>
            <p:cNvSpPr/>
            <p:nvPr/>
          </p:nvSpPr>
          <p:spPr>
            <a:xfrm>
              <a:off x="8316010" y="2209691"/>
              <a:ext cx="335268" cy="724106"/>
            </a:xfrm>
            <a:custGeom>
              <a:rect b="b" l="l" r="r" t="t"/>
              <a:pathLst>
                <a:path extrusionOk="0" h="6326" w="2929">
                  <a:moveTo>
                    <a:pt x="1" y="0"/>
                  </a:moveTo>
                  <a:lnTo>
                    <a:pt x="133" y="3157"/>
                  </a:lnTo>
                  <a:lnTo>
                    <a:pt x="1" y="6326"/>
                  </a:lnTo>
                  <a:lnTo>
                    <a:pt x="2929" y="6326"/>
                  </a:lnTo>
                  <a:lnTo>
                    <a:pt x="2796" y="3157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41"/>
            <p:cNvSpPr/>
            <p:nvPr/>
          </p:nvSpPr>
          <p:spPr>
            <a:xfrm>
              <a:off x="8121649" y="2404052"/>
              <a:ext cx="724106" cy="335268"/>
            </a:xfrm>
            <a:custGeom>
              <a:rect b="b" l="l" r="r" t="t"/>
              <a:pathLst>
                <a:path extrusionOk="0" h="2929" w="6326">
                  <a:moveTo>
                    <a:pt x="0" y="1"/>
                  </a:moveTo>
                  <a:lnTo>
                    <a:pt x="0" y="2929"/>
                  </a:lnTo>
                  <a:lnTo>
                    <a:pt x="3157" y="2796"/>
                  </a:lnTo>
                  <a:lnTo>
                    <a:pt x="6326" y="2929"/>
                  </a:lnTo>
                  <a:lnTo>
                    <a:pt x="6326" y="1"/>
                  </a:lnTo>
                  <a:lnTo>
                    <a:pt x="3157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41">
              <a:hlinkClick action="ppaction://hlinkshowjump?jump=nextslide"/>
            </p:cNvPr>
            <p:cNvSpPr/>
            <p:nvPr/>
          </p:nvSpPr>
          <p:spPr>
            <a:xfrm>
              <a:off x="8700842" y="2499287"/>
              <a:ext cx="91114" cy="133924"/>
            </a:xfrm>
            <a:custGeom>
              <a:rect b="b" l="l" r="r" t="t"/>
              <a:pathLst>
                <a:path extrusionOk="0" h="1170" w="796">
                  <a:moveTo>
                    <a:pt x="1" y="0"/>
                  </a:moveTo>
                  <a:lnTo>
                    <a:pt x="1" y="1169"/>
                  </a:lnTo>
                  <a:lnTo>
                    <a:pt x="796" y="5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41">
              <a:hlinkClick action="ppaction://hlinkshowjump?jump=previousslide"/>
            </p:cNvPr>
            <p:cNvSpPr/>
            <p:nvPr/>
          </p:nvSpPr>
          <p:spPr>
            <a:xfrm>
              <a:off x="8179568" y="2499287"/>
              <a:ext cx="92488" cy="133924"/>
            </a:xfrm>
            <a:custGeom>
              <a:rect b="b" l="l" r="r" t="t"/>
              <a:pathLst>
                <a:path extrusionOk="0" h="1170" w="808">
                  <a:moveTo>
                    <a:pt x="807" y="0"/>
                  </a:moveTo>
                  <a:lnTo>
                    <a:pt x="0" y="579"/>
                  </a:lnTo>
                  <a:lnTo>
                    <a:pt x="807" y="1169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41"/>
            <p:cNvSpPr/>
            <p:nvPr/>
          </p:nvSpPr>
          <p:spPr>
            <a:xfrm>
              <a:off x="8416749" y="2504724"/>
              <a:ext cx="133904" cy="133925"/>
            </a:xfrm>
            <a:custGeom>
              <a:rect b="b" l="l" r="r" t="t"/>
              <a:pathLst>
                <a:path extrusionOk="0" h="1375" w="1375">
                  <a:moveTo>
                    <a:pt x="688" y="1"/>
                  </a:moveTo>
                  <a:cubicBezTo>
                    <a:pt x="314" y="1"/>
                    <a:pt x="1" y="314"/>
                    <a:pt x="1" y="688"/>
                  </a:cubicBezTo>
                  <a:cubicBezTo>
                    <a:pt x="1" y="1073"/>
                    <a:pt x="314" y="1374"/>
                    <a:pt x="688" y="1374"/>
                  </a:cubicBezTo>
                  <a:cubicBezTo>
                    <a:pt x="1073" y="1374"/>
                    <a:pt x="1374" y="1073"/>
                    <a:pt x="1374" y="688"/>
                  </a:cubicBezTo>
                  <a:cubicBezTo>
                    <a:pt x="1374" y="314"/>
                    <a:pt x="1073" y="1"/>
                    <a:pt x="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48" name="Google Shape;2248;p41"/>
            <p:cNvGrpSpPr/>
            <p:nvPr/>
          </p:nvGrpSpPr>
          <p:grpSpPr>
            <a:xfrm>
              <a:off x="8411245" y="2263375"/>
              <a:ext cx="133810" cy="611129"/>
              <a:chOff x="2246360" y="2134049"/>
              <a:chExt cx="133810" cy="611129"/>
            </a:xfrm>
          </p:grpSpPr>
          <p:sp>
            <p:nvSpPr>
              <p:cNvPr id="2249" name="Google Shape;2249;p41"/>
              <p:cNvSpPr/>
              <p:nvPr/>
            </p:nvSpPr>
            <p:spPr>
              <a:xfrm>
                <a:off x="2246360" y="2134049"/>
                <a:ext cx="133810" cy="91229"/>
              </a:xfrm>
              <a:custGeom>
                <a:rect b="b" l="l" r="r" t="t"/>
                <a:pathLst>
                  <a:path extrusionOk="0" h="797" w="1169">
                    <a:moveTo>
                      <a:pt x="579" y="1"/>
                    </a:moveTo>
                    <a:lnTo>
                      <a:pt x="0" y="796"/>
                    </a:lnTo>
                    <a:lnTo>
                      <a:pt x="1169" y="796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0" name="Google Shape;2250;p41"/>
              <p:cNvSpPr/>
              <p:nvPr/>
            </p:nvSpPr>
            <p:spPr>
              <a:xfrm>
                <a:off x="2246360" y="2654063"/>
                <a:ext cx="133810" cy="91114"/>
              </a:xfrm>
              <a:custGeom>
                <a:rect b="b" l="l" r="r" t="t"/>
                <a:pathLst>
                  <a:path extrusionOk="0" h="796" w="1169">
                    <a:moveTo>
                      <a:pt x="0" y="0"/>
                    </a:moveTo>
                    <a:lnTo>
                      <a:pt x="579" y="796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251" name="Google Shape;2251;p41"/>
          <p:cNvSpPr txBox="1"/>
          <p:nvPr/>
        </p:nvSpPr>
        <p:spPr>
          <a:xfrm>
            <a:off x="4108601" y="3884418"/>
            <a:ext cx="22989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Metric Used:</a:t>
            </a:r>
            <a:r>
              <a:rPr lang="en" sz="1100"/>
              <a:t> Micro-F1 score (mean ± standard deviation)</a:t>
            </a:r>
            <a:endParaRPr b="1" sz="120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2252" name="Google Shape;2252;p41"/>
          <p:cNvSpPr txBox="1"/>
          <p:nvPr>
            <p:ph idx="4294967295" type="subTitle"/>
          </p:nvPr>
        </p:nvSpPr>
        <p:spPr>
          <a:xfrm>
            <a:off x="901050" y="3133214"/>
            <a:ext cx="1737300" cy="53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ress Start 2P"/>
                <a:ea typeface="Press Start 2P"/>
                <a:cs typeface="Press Start 2P"/>
                <a:sym typeface="Press Start 2P"/>
              </a:rPr>
              <a:t>Logistic Regression</a:t>
            </a:r>
            <a:endParaRPr sz="12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253" name="Google Shape;2253;p41"/>
          <p:cNvSpPr txBox="1"/>
          <p:nvPr>
            <p:ph idx="4294967295" type="subTitle"/>
          </p:nvPr>
        </p:nvSpPr>
        <p:spPr>
          <a:xfrm>
            <a:off x="901050" y="4188927"/>
            <a:ext cx="1737300" cy="53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ress Start 2P"/>
                <a:ea typeface="Press Start 2P"/>
                <a:cs typeface="Press Start 2P"/>
                <a:sym typeface="Press Start 2P"/>
              </a:rPr>
              <a:t>Linear SVC</a:t>
            </a:r>
            <a:endParaRPr sz="12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pic>
        <p:nvPicPr>
          <p:cNvPr id="2254" name="Google Shape;2254;p41" title="cv_boxplot_micro_f1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580613" y="1522600"/>
            <a:ext cx="3542726" cy="236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8" name="Shape 2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Google Shape;2259;p42"/>
          <p:cNvSpPr txBox="1"/>
          <p:nvPr>
            <p:ph type="title"/>
          </p:nvPr>
        </p:nvSpPr>
        <p:spPr>
          <a:xfrm>
            <a:off x="539600" y="655775"/>
            <a:ext cx="65697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Interpretation</a:t>
            </a:r>
            <a:endParaRPr sz="1800"/>
          </a:p>
        </p:txBody>
      </p:sp>
      <p:grpSp>
        <p:nvGrpSpPr>
          <p:cNvPr id="2260" name="Google Shape;2260;p42"/>
          <p:cNvGrpSpPr/>
          <p:nvPr/>
        </p:nvGrpSpPr>
        <p:grpSpPr>
          <a:xfrm>
            <a:off x="8280450" y="1473987"/>
            <a:ext cx="406500" cy="322800"/>
            <a:chOff x="8280450" y="1473987"/>
            <a:chExt cx="406500" cy="322800"/>
          </a:xfrm>
        </p:grpSpPr>
        <p:sp>
          <p:nvSpPr>
            <p:cNvPr id="2261" name="Google Shape;2261;p42">
              <a:hlinkClick action="ppaction://hlinksldjump" r:id="rId3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42">
              <a:hlinkClick action="ppaction://hlinksldjump" r:id="rId4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42">
              <a:hlinkClick action="ppaction://hlinksldjump" r:id="rId5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42">
              <a:hlinkClick action="ppaction://hlinksldjump" r:id="rId6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65" name="Google Shape;2265;p42"/>
          <p:cNvGrpSpPr/>
          <p:nvPr/>
        </p:nvGrpSpPr>
        <p:grpSpPr>
          <a:xfrm>
            <a:off x="8280450" y="3346713"/>
            <a:ext cx="406500" cy="322800"/>
            <a:chOff x="8280450" y="1473987"/>
            <a:chExt cx="406500" cy="322800"/>
          </a:xfrm>
        </p:grpSpPr>
        <p:sp>
          <p:nvSpPr>
            <p:cNvPr id="2266" name="Google Shape;2266;p42">
              <a:hlinkClick action="ppaction://hlinksldjump" r:id="rId7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42">
              <a:hlinkClick action="ppaction://hlinksldjump" r:id="rId8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42">
              <a:hlinkClick action="ppaction://hlinksldjump" r:id="rId9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42">
              <a:hlinkClick action="ppaction://hlinksldjump" r:id="rId10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70" name="Google Shape;2270;p42"/>
          <p:cNvGrpSpPr/>
          <p:nvPr/>
        </p:nvGrpSpPr>
        <p:grpSpPr>
          <a:xfrm>
            <a:off x="8065601" y="2153651"/>
            <a:ext cx="836197" cy="836197"/>
            <a:chOff x="8065601" y="2153651"/>
            <a:chExt cx="836197" cy="836197"/>
          </a:xfrm>
        </p:grpSpPr>
        <p:grpSp>
          <p:nvGrpSpPr>
            <p:cNvPr id="2271" name="Google Shape;2271;p42"/>
            <p:cNvGrpSpPr/>
            <p:nvPr/>
          </p:nvGrpSpPr>
          <p:grpSpPr>
            <a:xfrm>
              <a:off x="8065601" y="2153651"/>
              <a:ext cx="836197" cy="836197"/>
              <a:chOff x="1956755" y="2080370"/>
              <a:chExt cx="724106" cy="724106"/>
            </a:xfrm>
          </p:grpSpPr>
          <p:sp>
            <p:nvSpPr>
              <p:cNvPr id="2272" name="Google Shape;2272;p42"/>
              <p:cNvSpPr/>
              <p:nvPr/>
            </p:nvSpPr>
            <p:spPr>
              <a:xfrm>
                <a:off x="2118414" y="2080370"/>
                <a:ext cx="400804" cy="724106"/>
              </a:xfrm>
              <a:custGeom>
                <a:rect b="b" l="l" r="r" t="t"/>
                <a:pathLst>
                  <a:path extrusionOk="0" h="6326" w="2929">
                    <a:moveTo>
                      <a:pt x="1" y="0"/>
                    </a:moveTo>
                    <a:lnTo>
                      <a:pt x="133" y="3157"/>
                    </a:lnTo>
                    <a:lnTo>
                      <a:pt x="1" y="6326"/>
                    </a:lnTo>
                    <a:lnTo>
                      <a:pt x="2929" y="6326"/>
                    </a:lnTo>
                    <a:lnTo>
                      <a:pt x="2796" y="3157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3" name="Google Shape;2273;p42"/>
              <p:cNvSpPr/>
              <p:nvPr/>
            </p:nvSpPr>
            <p:spPr>
              <a:xfrm>
                <a:off x="1956755" y="2240509"/>
                <a:ext cx="724106" cy="403829"/>
              </a:xfrm>
              <a:custGeom>
                <a:rect b="b" l="l" r="r" t="t"/>
                <a:pathLst>
                  <a:path extrusionOk="0" h="2929" w="6326">
                    <a:moveTo>
                      <a:pt x="0" y="1"/>
                    </a:moveTo>
                    <a:lnTo>
                      <a:pt x="0" y="2929"/>
                    </a:lnTo>
                    <a:lnTo>
                      <a:pt x="3157" y="2796"/>
                    </a:lnTo>
                    <a:lnTo>
                      <a:pt x="6326" y="2929"/>
                    </a:lnTo>
                    <a:lnTo>
                      <a:pt x="6326" y="1"/>
                    </a:lnTo>
                    <a:lnTo>
                      <a:pt x="3157" y="1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74" name="Google Shape;2274;p42"/>
            <p:cNvSpPr/>
            <p:nvPr/>
          </p:nvSpPr>
          <p:spPr>
            <a:xfrm>
              <a:off x="8316010" y="2209691"/>
              <a:ext cx="335268" cy="724106"/>
            </a:xfrm>
            <a:custGeom>
              <a:rect b="b" l="l" r="r" t="t"/>
              <a:pathLst>
                <a:path extrusionOk="0" h="6326" w="2929">
                  <a:moveTo>
                    <a:pt x="1" y="0"/>
                  </a:moveTo>
                  <a:lnTo>
                    <a:pt x="133" y="3157"/>
                  </a:lnTo>
                  <a:lnTo>
                    <a:pt x="1" y="6326"/>
                  </a:lnTo>
                  <a:lnTo>
                    <a:pt x="2929" y="6326"/>
                  </a:lnTo>
                  <a:lnTo>
                    <a:pt x="2796" y="3157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42"/>
            <p:cNvSpPr/>
            <p:nvPr/>
          </p:nvSpPr>
          <p:spPr>
            <a:xfrm>
              <a:off x="8121649" y="2404052"/>
              <a:ext cx="724106" cy="335268"/>
            </a:xfrm>
            <a:custGeom>
              <a:rect b="b" l="l" r="r" t="t"/>
              <a:pathLst>
                <a:path extrusionOk="0" h="2929" w="6326">
                  <a:moveTo>
                    <a:pt x="0" y="1"/>
                  </a:moveTo>
                  <a:lnTo>
                    <a:pt x="0" y="2929"/>
                  </a:lnTo>
                  <a:lnTo>
                    <a:pt x="3157" y="2796"/>
                  </a:lnTo>
                  <a:lnTo>
                    <a:pt x="6326" y="2929"/>
                  </a:lnTo>
                  <a:lnTo>
                    <a:pt x="6326" y="1"/>
                  </a:lnTo>
                  <a:lnTo>
                    <a:pt x="3157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42">
              <a:hlinkClick action="ppaction://hlinkshowjump?jump=nextslide"/>
            </p:cNvPr>
            <p:cNvSpPr/>
            <p:nvPr/>
          </p:nvSpPr>
          <p:spPr>
            <a:xfrm>
              <a:off x="8700842" y="2499287"/>
              <a:ext cx="91114" cy="133924"/>
            </a:xfrm>
            <a:custGeom>
              <a:rect b="b" l="l" r="r" t="t"/>
              <a:pathLst>
                <a:path extrusionOk="0" h="1170" w="796">
                  <a:moveTo>
                    <a:pt x="1" y="0"/>
                  </a:moveTo>
                  <a:lnTo>
                    <a:pt x="1" y="1169"/>
                  </a:lnTo>
                  <a:lnTo>
                    <a:pt x="796" y="5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42">
              <a:hlinkClick action="ppaction://hlinkshowjump?jump=previousslide"/>
            </p:cNvPr>
            <p:cNvSpPr/>
            <p:nvPr/>
          </p:nvSpPr>
          <p:spPr>
            <a:xfrm>
              <a:off x="8179568" y="2499287"/>
              <a:ext cx="92488" cy="133924"/>
            </a:xfrm>
            <a:custGeom>
              <a:rect b="b" l="l" r="r" t="t"/>
              <a:pathLst>
                <a:path extrusionOk="0" h="1170" w="808">
                  <a:moveTo>
                    <a:pt x="807" y="0"/>
                  </a:moveTo>
                  <a:lnTo>
                    <a:pt x="0" y="579"/>
                  </a:lnTo>
                  <a:lnTo>
                    <a:pt x="807" y="1169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42"/>
            <p:cNvSpPr/>
            <p:nvPr/>
          </p:nvSpPr>
          <p:spPr>
            <a:xfrm>
              <a:off x="8416749" y="2504724"/>
              <a:ext cx="133904" cy="133925"/>
            </a:xfrm>
            <a:custGeom>
              <a:rect b="b" l="l" r="r" t="t"/>
              <a:pathLst>
                <a:path extrusionOk="0" h="1375" w="1375">
                  <a:moveTo>
                    <a:pt x="688" y="1"/>
                  </a:moveTo>
                  <a:cubicBezTo>
                    <a:pt x="314" y="1"/>
                    <a:pt x="1" y="314"/>
                    <a:pt x="1" y="688"/>
                  </a:cubicBezTo>
                  <a:cubicBezTo>
                    <a:pt x="1" y="1073"/>
                    <a:pt x="314" y="1374"/>
                    <a:pt x="688" y="1374"/>
                  </a:cubicBezTo>
                  <a:cubicBezTo>
                    <a:pt x="1073" y="1374"/>
                    <a:pt x="1374" y="1073"/>
                    <a:pt x="1374" y="688"/>
                  </a:cubicBezTo>
                  <a:cubicBezTo>
                    <a:pt x="1374" y="314"/>
                    <a:pt x="1073" y="1"/>
                    <a:pt x="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79" name="Google Shape;2279;p42"/>
            <p:cNvGrpSpPr/>
            <p:nvPr/>
          </p:nvGrpSpPr>
          <p:grpSpPr>
            <a:xfrm>
              <a:off x="8411245" y="2263375"/>
              <a:ext cx="133810" cy="611129"/>
              <a:chOff x="2246360" y="2134049"/>
              <a:chExt cx="133810" cy="611129"/>
            </a:xfrm>
          </p:grpSpPr>
          <p:sp>
            <p:nvSpPr>
              <p:cNvPr id="2280" name="Google Shape;2280;p42"/>
              <p:cNvSpPr/>
              <p:nvPr/>
            </p:nvSpPr>
            <p:spPr>
              <a:xfrm>
                <a:off x="2246360" y="2134049"/>
                <a:ext cx="133810" cy="91229"/>
              </a:xfrm>
              <a:custGeom>
                <a:rect b="b" l="l" r="r" t="t"/>
                <a:pathLst>
                  <a:path extrusionOk="0" h="797" w="1169">
                    <a:moveTo>
                      <a:pt x="579" y="1"/>
                    </a:moveTo>
                    <a:lnTo>
                      <a:pt x="0" y="796"/>
                    </a:lnTo>
                    <a:lnTo>
                      <a:pt x="1169" y="796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1" name="Google Shape;2281;p42"/>
              <p:cNvSpPr/>
              <p:nvPr/>
            </p:nvSpPr>
            <p:spPr>
              <a:xfrm>
                <a:off x="2246360" y="2654063"/>
                <a:ext cx="133810" cy="91114"/>
              </a:xfrm>
              <a:custGeom>
                <a:rect b="b" l="l" r="r" t="t"/>
                <a:pathLst>
                  <a:path extrusionOk="0" h="796" w="1169">
                    <a:moveTo>
                      <a:pt x="0" y="0"/>
                    </a:moveTo>
                    <a:lnTo>
                      <a:pt x="579" y="796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2282" name="Google Shape;2282;p42" title="model_comparison_cv10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48350" y="1727725"/>
            <a:ext cx="2889300" cy="21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3" name="Google Shape;2283;p42"/>
          <p:cNvSpPr txBox="1"/>
          <p:nvPr>
            <p:ph idx="4294967295" type="title"/>
          </p:nvPr>
        </p:nvSpPr>
        <p:spPr>
          <a:xfrm>
            <a:off x="4055325" y="1168950"/>
            <a:ext cx="3492600" cy="5028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182875" spcFirstLastPara="1" rIns="182875" wrap="square" tIns="19200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Performance Summary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2284" name="Google Shape;2284;p42"/>
          <p:cNvSpPr txBox="1"/>
          <p:nvPr/>
        </p:nvSpPr>
        <p:spPr>
          <a:xfrm>
            <a:off x="4055325" y="1727725"/>
            <a:ext cx="34926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Random Forest</a:t>
            </a:r>
            <a:r>
              <a:rPr lang="en" sz="1000"/>
              <a:t>: </a:t>
            </a:r>
            <a:r>
              <a:rPr lang="en" sz="1000"/>
              <a:t>Best overall by </a:t>
            </a:r>
            <a:r>
              <a:rPr i="1" lang="en" sz="1000"/>
              <a:t>Micro-F1</a:t>
            </a:r>
            <a:r>
              <a:rPr lang="en" sz="1000"/>
              <a:t> and </a:t>
            </a:r>
            <a:r>
              <a:rPr i="1" lang="en" sz="1000"/>
              <a:t>Hamming loss</a:t>
            </a:r>
            <a:endParaRPr i="1" sz="1000"/>
          </a:p>
        </p:txBody>
      </p:sp>
      <p:sp>
        <p:nvSpPr>
          <p:cNvPr id="2285" name="Google Shape;2285;p42"/>
          <p:cNvSpPr txBox="1"/>
          <p:nvPr/>
        </p:nvSpPr>
        <p:spPr>
          <a:xfrm>
            <a:off x="4055325" y="2153650"/>
            <a:ext cx="353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Fewest per-label tagging errors</a:t>
            </a:r>
            <a:endParaRPr sz="1000"/>
          </a:p>
        </p:txBody>
      </p:sp>
      <p:sp>
        <p:nvSpPr>
          <p:cNvPr id="2286" name="Google Shape;2286;p42"/>
          <p:cNvSpPr txBox="1"/>
          <p:nvPr>
            <p:ph idx="4294967295" type="title"/>
          </p:nvPr>
        </p:nvSpPr>
        <p:spPr>
          <a:xfrm>
            <a:off x="4055325" y="2492350"/>
            <a:ext cx="3492600" cy="502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182875" spcFirstLastPara="1" rIns="182875" wrap="square" tIns="192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Class Imbalance Impact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287" name="Google Shape;2287;p42"/>
          <p:cNvSpPr txBox="1"/>
          <p:nvPr/>
        </p:nvSpPr>
        <p:spPr>
          <a:xfrm>
            <a:off x="4055325" y="2995150"/>
            <a:ext cx="3492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Macro-F1</a:t>
            </a:r>
            <a:r>
              <a:rPr lang="en" sz="1100"/>
              <a:t>: low across models (~0.17–0.20)</a:t>
            </a:r>
            <a:endParaRPr i="1" sz="1000"/>
          </a:p>
        </p:txBody>
      </p:sp>
      <p:sp>
        <p:nvSpPr>
          <p:cNvPr id="2288" name="Google Shape;2288;p42"/>
          <p:cNvSpPr txBox="1"/>
          <p:nvPr/>
        </p:nvSpPr>
        <p:spPr>
          <a:xfrm>
            <a:off x="4055325" y="3421075"/>
            <a:ext cx="353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Rare genres have near-zero recall</a:t>
            </a:r>
            <a:endParaRPr sz="1000"/>
          </a:p>
        </p:txBody>
      </p:sp>
      <p:sp>
        <p:nvSpPr>
          <p:cNvPr id="2289" name="Google Shape;2289;p42"/>
          <p:cNvSpPr txBox="1"/>
          <p:nvPr>
            <p:ph idx="4294967295" type="title"/>
          </p:nvPr>
        </p:nvSpPr>
        <p:spPr>
          <a:xfrm>
            <a:off x="4055325" y="3759775"/>
            <a:ext cx="3492600" cy="5028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182875" spcFirstLastPara="1" rIns="182875" wrap="square" tIns="192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Class Imbalance Impact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290" name="Google Shape;2290;p42"/>
          <p:cNvSpPr txBox="1"/>
          <p:nvPr/>
        </p:nvSpPr>
        <p:spPr>
          <a:xfrm>
            <a:off x="4055325" y="4262575"/>
            <a:ext cx="349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Weighted-F1: </a:t>
            </a:r>
            <a:r>
              <a:rPr lang="en" sz="1000"/>
              <a:t>slightly favors </a:t>
            </a:r>
            <a:r>
              <a:rPr b="1" lang="en" sz="1000"/>
              <a:t>LogReg/SVC</a:t>
            </a:r>
            <a:endParaRPr b="1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4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5" name="Google Shape;2295;p43"/>
          <p:cNvSpPr/>
          <p:nvPr/>
        </p:nvSpPr>
        <p:spPr>
          <a:xfrm flipH="1">
            <a:off x="821528" y="1047218"/>
            <a:ext cx="1313100" cy="1313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6" name="Google Shape;2296;p43"/>
          <p:cNvSpPr txBox="1"/>
          <p:nvPr>
            <p:ph type="title"/>
          </p:nvPr>
        </p:nvSpPr>
        <p:spPr>
          <a:xfrm>
            <a:off x="821525" y="2989850"/>
            <a:ext cx="5199300" cy="61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</a:rPr>
              <a:t>Deployment:</a:t>
            </a:r>
            <a:r>
              <a:rPr b="1" lang="en" sz="1800">
                <a:solidFill>
                  <a:srgbClr val="000000"/>
                </a:solidFill>
              </a:rPr>
              <a:t> A </a:t>
            </a:r>
            <a:r>
              <a:rPr b="1" lang="en" sz="1800">
                <a:solidFill>
                  <a:srgbClr val="000000"/>
                </a:solidFill>
              </a:rPr>
              <a:t>Genre Tagging Assistant</a:t>
            </a:r>
            <a:endParaRPr b="1" sz="1800">
              <a:solidFill>
                <a:srgbClr val="000000"/>
              </a:solidFill>
            </a:endParaRPr>
          </a:p>
        </p:txBody>
      </p:sp>
      <p:sp>
        <p:nvSpPr>
          <p:cNvPr id="2297" name="Google Shape;2297;p43"/>
          <p:cNvSpPr txBox="1"/>
          <p:nvPr>
            <p:ph idx="2" type="title"/>
          </p:nvPr>
        </p:nvSpPr>
        <p:spPr>
          <a:xfrm>
            <a:off x="821528" y="1240418"/>
            <a:ext cx="1313100" cy="926700"/>
          </a:xfrm>
          <a:prstGeom prst="rect">
            <a:avLst/>
          </a:prstGeom>
        </p:spPr>
        <p:txBody>
          <a:bodyPr anchorCtr="0" anchor="ctr" bIns="91425" lIns="91425" spcFirstLastPara="1" rIns="91425" wrap="square" tIns="265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grpSp>
        <p:nvGrpSpPr>
          <p:cNvPr id="2298" name="Google Shape;2298;p43"/>
          <p:cNvGrpSpPr/>
          <p:nvPr/>
        </p:nvGrpSpPr>
        <p:grpSpPr>
          <a:xfrm>
            <a:off x="8280450" y="1473987"/>
            <a:ext cx="406500" cy="322800"/>
            <a:chOff x="8280450" y="1473987"/>
            <a:chExt cx="406500" cy="322800"/>
          </a:xfrm>
        </p:grpSpPr>
        <p:sp>
          <p:nvSpPr>
            <p:cNvPr id="2299" name="Google Shape;2299;p43">
              <a:hlinkClick action="ppaction://hlinksldjump" r:id="rId3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43">
              <a:hlinkClick action="ppaction://hlinksldjump" r:id="rId4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43">
              <a:hlinkClick action="ppaction://hlinksldjump" r:id="rId5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43">
              <a:hlinkClick action="ppaction://hlinksldjump" r:id="rId6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03" name="Google Shape;2303;p43"/>
          <p:cNvGrpSpPr/>
          <p:nvPr/>
        </p:nvGrpSpPr>
        <p:grpSpPr>
          <a:xfrm>
            <a:off x="8280450" y="3346713"/>
            <a:ext cx="406500" cy="322800"/>
            <a:chOff x="8280450" y="1473987"/>
            <a:chExt cx="406500" cy="322800"/>
          </a:xfrm>
        </p:grpSpPr>
        <p:sp>
          <p:nvSpPr>
            <p:cNvPr id="2304" name="Google Shape;2304;p43">
              <a:hlinkClick action="ppaction://hlinksldjump" r:id="rId7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43">
              <a:hlinkClick action="ppaction://hlinksldjump" r:id="rId8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43">
              <a:hlinkClick action="ppaction://hlinksldjump" r:id="rId9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43">
              <a:hlinkClick action="ppaction://hlinksldjump" r:id="rId10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08" name="Google Shape;2308;p43"/>
          <p:cNvGrpSpPr/>
          <p:nvPr/>
        </p:nvGrpSpPr>
        <p:grpSpPr>
          <a:xfrm>
            <a:off x="8065601" y="2153651"/>
            <a:ext cx="836197" cy="836197"/>
            <a:chOff x="8065601" y="2153651"/>
            <a:chExt cx="836197" cy="836197"/>
          </a:xfrm>
        </p:grpSpPr>
        <p:grpSp>
          <p:nvGrpSpPr>
            <p:cNvPr id="2309" name="Google Shape;2309;p43"/>
            <p:cNvGrpSpPr/>
            <p:nvPr/>
          </p:nvGrpSpPr>
          <p:grpSpPr>
            <a:xfrm>
              <a:off x="8065601" y="2153651"/>
              <a:ext cx="836197" cy="836197"/>
              <a:chOff x="1956755" y="2080370"/>
              <a:chExt cx="724106" cy="724106"/>
            </a:xfrm>
          </p:grpSpPr>
          <p:sp>
            <p:nvSpPr>
              <p:cNvPr id="2310" name="Google Shape;2310;p43"/>
              <p:cNvSpPr/>
              <p:nvPr/>
            </p:nvSpPr>
            <p:spPr>
              <a:xfrm>
                <a:off x="2118414" y="2080370"/>
                <a:ext cx="400804" cy="724106"/>
              </a:xfrm>
              <a:custGeom>
                <a:rect b="b" l="l" r="r" t="t"/>
                <a:pathLst>
                  <a:path extrusionOk="0" h="6326" w="2929">
                    <a:moveTo>
                      <a:pt x="1" y="0"/>
                    </a:moveTo>
                    <a:lnTo>
                      <a:pt x="133" y="3157"/>
                    </a:lnTo>
                    <a:lnTo>
                      <a:pt x="1" y="6326"/>
                    </a:lnTo>
                    <a:lnTo>
                      <a:pt x="2929" y="6326"/>
                    </a:lnTo>
                    <a:lnTo>
                      <a:pt x="2796" y="3157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1" name="Google Shape;2311;p43"/>
              <p:cNvSpPr/>
              <p:nvPr/>
            </p:nvSpPr>
            <p:spPr>
              <a:xfrm>
                <a:off x="1956755" y="2240509"/>
                <a:ext cx="724106" cy="403829"/>
              </a:xfrm>
              <a:custGeom>
                <a:rect b="b" l="l" r="r" t="t"/>
                <a:pathLst>
                  <a:path extrusionOk="0" h="2929" w="6326">
                    <a:moveTo>
                      <a:pt x="0" y="1"/>
                    </a:moveTo>
                    <a:lnTo>
                      <a:pt x="0" y="2929"/>
                    </a:lnTo>
                    <a:lnTo>
                      <a:pt x="3157" y="2796"/>
                    </a:lnTo>
                    <a:lnTo>
                      <a:pt x="6326" y="2929"/>
                    </a:lnTo>
                    <a:lnTo>
                      <a:pt x="6326" y="1"/>
                    </a:lnTo>
                    <a:lnTo>
                      <a:pt x="3157" y="1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12" name="Google Shape;2312;p43"/>
            <p:cNvSpPr/>
            <p:nvPr/>
          </p:nvSpPr>
          <p:spPr>
            <a:xfrm>
              <a:off x="8316010" y="2209691"/>
              <a:ext cx="335268" cy="724106"/>
            </a:xfrm>
            <a:custGeom>
              <a:rect b="b" l="l" r="r" t="t"/>
              <a:pathLst>
                <a:path extrusionOk="0" h="6326" w="2929">
                  <a:moveTo>
                    <a:pt x="1" y="0"/>
                  </a:moveTo>
                  <a:lnTo>
                    <a:pt x="133" y="3157"/>
                  </a:lnTo>
                  <a:lnTo>
                    <a:pt x="1" y="6326"/>
                  </a:lnTo>
                  <a:lnTo>
                    <a:pt x="2929" y="6326"/>
                  </a:lnTo>
                  <a:lnTo>
                    <a:pt x="2796" y="3157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43"/>
            <p:cNvSpPr/>
            <p:nvPr/>
          </p:nvSpPr>
          <p:spPr>
            <a:xfrm>
              <a:off x="8121649" y="2404052"/>
              <a:ext cx="724106" cy="335268"/>
            </a:xfrm>
            <a:custGeom>
              <a:rect b="b" l="l" r="r" t="t"/>
              <a:pathLst>
                <a:path extrusionOk="0" h="2929" w="6326">
                  <a:moveTo>
                    <a:pt x="0" y="1"/>
                  </a:moveTo>
                  <a:lnTo>
                    <a:pt x="0" y="2929"/>
                  </a:lnTo>
                  <a:lnTo>
                    <a:pt x="3157" y="2796"/>
                  </a:lnTo>
                  <a:lnTo>
                    <a:pt x="6326" y="2929"/>
                  </a:lnTo>
                  <a:lnTo>
                    <a:pt x="6326" y="1"/>
                  </a:lnTo>
                  <a:lnTo>
                    <a:pt x="3157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43">
              <a:hlinkClick action="ppaction://hlinkshowjump?jump=nextslide"/>
            </p:cNvPr>
            <p:cNvSpPr/>
            <p:nvPr/>
          </p:nvSpPr>
          <p:spPr>
            <a:xfrm>
              <a:off x="8700842" y="2499287"/>
              <a:ext cx="91114" cy="133924"/>
            </a:xfrm>
            <a:custGeom>
              <a:rect b="b" l="l" r="r" t="t"/>
              <a:pathLst>
                <a:path extrusionOk="0" h="1170" w="796">
                  <a:moveTo>
                    <a:pt x="1" y="0"/>
                  </a:moveTo>
                  <a:lnTo>
                    <a:pt x="1" y="1169"/>
                  </a:lnTo>
                  <a:lnTo>
                    <a:pt x="796" y="5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43">
              <a:hlinkClick action="ppaction://hlinkshowjump?jump=previousslide"/>
            </p:cNvPr>
            <p:cNvSpPr/>
            <p:nvPr/>
          </p:nvSpPr>
          <p:spPr>
            <a:xfrm>
              <a:off x="8179568" y="2499287"/>
              <a:ext cx="92488" cy="133924"/>
            </a:xfrm>
            <a:custGeom>
              <a:rect b="b" l="l" r="r" t="t"/>
              <a:pathLst>
                <a:path extrusionOk="0" h="1170" w="808">
                  <a:moveTo>
                    <a:pt x="807" y="0"/>
                  </a:moveTo>
                  <a:lnTo>
                    <a:pt x="0" y="579"/>
                  </a:lnTo>
                  <a:lnTo>
                    <a:pt x="807" y="1169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43"/>
            <p:cNvSpPr/>
            <p:nvPr/>
          </p:nvSpPr>
          <p:spPr>
            <a:xfrm>
              <a:off x="8416749" y="2504724"/>
              <a:ext cx="133904" cy="133925"/>
            </a:xfrm>
            <a:custGeom>
              <a:rect b="b" l="l" r="r" t="t"/>
              <a:pathLst>
                <a:path extrusionOk="0" h="1375" w="1375">
                  <a:moveTo>
                    <a:pt x="688" y="1"/>
                  </a:moveTo>
                  <a:cubicBezTo>
                    <a:pt x="314" y="1"/>
                    <a:pt x="1" y="314"/>
                    <a:pt x="1" y="688"/>
                  </a:cubicBezTo>
                  <a:cubicBezTo>
                    <a:pt x="1" y="1073"/>
                    <a:pt x="314" y="1374"/>
                    <a:pt x="688" y="1374"/>
                  </a:cubicBezTo>
                  <a:cubicBezTo>
                    <a:pt x="1073" y="1374"/>
                    <a:pt x="1374" y="1073"/>
                    <a:pt x="1374" y="688"/>
                  </a:cubicBezTo>
                  <a:cubicBezTo>
                    <a:pt x="1374" y="314"/>
                    <a:pt x="1073" y="1"/>
                    <a:pt x="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17" name="Google Shape;2317;p43"/>
            <p:cNvGrpSpPr/>
            <p:nvPr/>
          </p:nvGrpSpPr>
          <p:grpSpPr>
            <a:xfrm>
              <a:off x="8411245" y="2263375"/>
              <a:ext cx="133810" cy="611129"/>
              <a:chOff x="2246360" y="2134049"/>
              <a:chExt cx="133810" cy="611129"/>
            </a:xfrm>
          </p:grpSpPr>
          <p:sp>
            <p:nvSpPr>
              <p:cNvPr id="2318" name="Google Shape;2318;p43"/>
              <p:cNvSpPr/>
              <p:nvPr/>
            </p:nvSpPr>
            <p:spPr>
              <a:xfrm>
                <a:off x="2246360" y="2134049"/>
                <a:ext cx="133810" cy="91229"/>
              </a:xfrm>
              <a:custGeom>
                <a:rect b="b" l="l" r="r" t="t"/>
                <a:pathLst>
                  <a:path extrusionOk="0" h="797" w="1169">
                    <a:moveTo>
                      <a:pt x="579" y="1"/>
                    </a:moveTo>
                    <a:lnTo>
                      <a:pt x="0" y="796"/>
                    </a:lnTo>
                    <a:lnTo>
                      <a:pt x="1169" y="796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9" name="Google Shape;2319;p43"/>
              <p:cNvSpPr/>
              <p:nvPr/>
            </p:nvSpPr>
            <p:spPr>
              <a:xfrm>
                <a:off x="2246360" y="2654063"/>
                <a:ext cx="133810" cy="91114"/>
              </a:xfrm>
              <a:custGeom>
                <a:rect b="b" l="l" r="r" t="t"/>
                <a:pathLst>
                  <a:path extrusionOk="0" h="796" w="1169">
                    <a:moveTo>
                      <a:pt x="0" y="0"/>
                    </a:moveTo>
                    <a:lnTo>
                      <a:pt x="579" y="796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3" name="Shape 2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" name="Google Shape;2324;p44"/>
          <p:cNvSpPr txBox="1"/>
          <p:nvPr>
            <p:ph type="title"/>
          </p:nvPr>
        </p:nvSpPr>
        <p:spPr>
          <a:xfrm>
            <a:off x="720000" y="655775"/>
            <a:ext cx="65697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Deployment Plan</a:t>
            </a:r>
            <a:endParaRPr sz="1800"/>
          </a:p>
        </p:txBody>
      </p:sp>
      <p:grpSp>
        <p:nvGrpSpPr>
          <p:cNvPr id="2325" name="Google Shape;2325;p44"/>
          <p:cNvGrpSpPr/>
          <p:nvPr/>
        </p:nvGrpSpPr>
        <p:grpSpPr>
          <a:xfrm>
            <a:off x="8280450" y="1473987"/>
            <a:ext cx="406500" cy="322800"/>
            <a:chOff x="8280450" y="1473987"/>
            <a:chExt cx="406500" cy="322800"/>
          </a:xfrm>
        </p:grpSpPr>
        <p:sp>
          <p:nvSpPr>
            <p:cNvPr id="2326" name="Google Shape;2326;p44">
              <a:hlinkClick action="ppaction://hlinksldjump" r:id="rId3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44">
              <a:hlinkClick action="ppaction://hlinksldjump" r:id="rId4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44">
              <a:hlinkClick action="ppaction://hlinksldjump" r:id="rId5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44">
              <a:hlinkClick action="ppaction://hlinksldjump" r:id="rId6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30" name="Google Shape;2330;p44"/>
          <p:cNvGrpSpPr/>
          <p:nvPr/>
        </p:nvGrpSpPr>
        <p:grpSpPr>
          <a:xfrm>
            <a:off x="8280450" y="3346713"/>
            <a:ext cx="406500" cy="322800"/>
            <a:chOff x="8280450" y="1473987"/>
            <a:chExt cx="406500" cy="322800"/>
          </a:xfrm>
        </p:grpSpPr>
        <p:sp>
          <p:nvSpPr>
            <p:cNvPr id="2331" name="Google Shape;2331;p44">
              <a:hlinkClick action="ppaction://hlinksldjump" r:id="rId7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44">
              <a:hlinkClick action="ppaction://hlinksldjump" r:id="rId8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44">
              <a:hlinkClick action="ppaction://hlinksldjump" r:id="rId9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44">
              <a:hlinkClick action="ppaction://hlinksldjump" r:id="rId10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35" name="Google Shape;2335;p44"/>
          <p:cNvGrpSpPr/>
          <p:nvPr/>
        </p:nvGrpSpPr>
        <p:grpSpPr>
          <a:xfrm>
            <a:off x="8065601" y="2153651"/>
            <a:ext cx="836197" cy="836197"/>
            <a:chOff x="8065601" y="2153651"/>
            <a:chExt cx="836197" cy="836197"/>
          </a:xfrm>
        </p:grpSpPr>
        <p:grpSp>
          <p:nvGrpSpPr>
            <p:cNvPr id="2336" name="Google Shape;2336;p44"/>
            <p:cNvGrpSpPr/>
            <p:nvPr/>
          </p:nvGrpSpPr>
          <p:grpSpPr>
            <a:xfrm>
              <a:off x="8065601" y="2153651"/>
              <a:ext cx="836197" cy="836197"/>
              <a:chOff x="1956755" y="2080370"/>
              <a:chExt cx="724106" cy="724106"/>
            </a:xfrm>
          </p:grpSpPr>
          <p:sp>
            <p:nvSpPr>
              <p:cNvPr id="2337" name="Google Shape;2337;p44"/>
              <p:cNvSpPr/>
              <p:nvPr/>
            </p:nvSpPr>
            <p:spPr>
              <a:xfrm>
                <a:off x="2118414" y="2080370"/>
                <a:ext cx="400804" cy="724106"/>
              </a:xfrm>
              <a:custGeom>
                <a:rect b="b" l="l" r="r" t="t"/>
                <a:pathLst>
                  <a:path extrusionOk="0" h="6326" w="2929">
                    <a:moveTo>
                      <a:pt x="1" y="0"/>
                    </a:moveTo>
                    <a:lnTo>
                      <a:pt x="133" y="3157"/>
                    </a:lnTo>
                    <a:lnTo>
                      <a:pt x="1" y="6326"/>
                    </a:lnTo>
                    <a:lnTo>
                      <a:pt x="2929" y="6326"/>
                    </a:lnTo>
                    <a:lnTo>
                      <a:pt x="2796" y="3157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8" name="Google Shape;2338;p44"/>
              <p:cNvSpPr/>
              <p:nvPr/>
            </p:nvSpPr>
            <p:spPr>
              <a:xfrm>
                <a:off x="1956755" y="2240509"/>
                <a:ext cx="724106" cy="403829"/>
              </a:xfrm>
              <a:custGeom>
                <a:rect b="b" l="l" r="r" t="t"/>
                <a:pathLst>
                  <a:path extrusionOk="0" h="2929" w="6326">
                    <a:moveTo>
                      <a:pt x="0" y="1"/>
                    </a:moveTo>
                    <a:lnTo>
                      <a:pt x="0" y="2929"/>
                    </a:lnTo>
                    <a:lnTo>
                      <a:pt x="3157" y="2796"/>
                    </a:lnTo>
                    <a:lnTo>
                      <a:pt x="6326" y="2929"/>
                    </a:lnTo>
                    <a:lnTo>
                      <a:pt x="6326" y="1"/>
                    </a:lnTo>
                    <a:lnTo>
                      <a:pt x="3157" y="1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39" name="Google Shape;2339;p44"/>
            <p:cNvSpPr/>
            <p:nvPr/>
          </p:nvSpPr>
          <p:spPr>
            <a:xfrm>
              <a:off x="8316010" y="2209691"/>
              <a:ext cx="335268" cy="724106"/>
            </a:xfrm>
            <a:custGeom>
              <a:rect b="b" l="l" r="r" t="t"/>
              <a:pathLst>
                <a:path extrusionOk="0" h="6326" w="2929">
                  <a:moveTo>
                    <a:pt x="1" y="0"/>
                  </a:moveTo>
                  <a:lnTo>
                    <a:pt x="133" y="3157"/>
                  </a:lnTo>
                  <a:lnTo>
                    <a:pt x="1" y="6326"/>
                  </a:lnTo>
                  <a:lnTo>
                    <a:pt x="2929" y="6326"/>
                  </a:lnTo>
                  <a:lnTo>
                    <a:pt x="2796" y="3157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44"/>
            <p:cNvSpPr/>
            <p:nvPr/>
          </p:nvSpPr>
          <p:spPr>
            <a:xfrm>
              <a:off x="8121649" y="2404052"/>
              <a:ext cx="724106" cy="335268"/>
            </a:xfrm>
            <a:custGeom>
              <a:rect b="b" l="l" r="r" t="t"/>
              <a:pathLst>
                <a:path extrusionOk="0" h="2929" w="6326">
                  <a:moveTo>
                    <a:pt x="0" y="1"/>
                  </a:moveTo>
                  <a:lnTo>
                    <a:pt x="0" y="2929"/>
                  </a:lnTo>
                  <a:lnTo>
                    <a:pt x="3157" y="2796"/>
                  </a:lnTo>
                  <a:lnTo>
                    <a:pt x="6326" y="2929"/>
                  </a:lnTo>
                  <a:lnTo>
                    <a:pt x="6326" y="1"/>
                  </a:lnTo>
                  <a:lnTo>
                    <a:pt x="3157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44">
              <a:hlinkClick action="ppaction://hlinkshowjump?jump=nextslide"/>
            </p:cNvPr>
            <p:cNvSpPr/>
            <p:nvPr/>
          </p:nvSpPr>
          <p:spPr>
            <a:xfrm>
              <a:off x="8700842" y="2499287"/>
              <a:ext cx="91114" cy="133924"/>
            </a:xfrm>
            <a:custGeom>
              <a:rect b="b" l="l" r="r" t="t"/>
              <a:pathLst>
                <a:path extrusionOk="0" h="1170" w="796">
                  <a:moveTo>
                    <a:pt x="1" y="0"/>
                  </a:moveTo>
                  <a:lnTo>
                    <a:pt x="1" y="1169"/>
                  </a:lnTo>
                  <a:lnTo>
                    <a:pt x="796" y="5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44">
              <a:hlinkClick action="ppaction://hlinkshowjump?jump=previousslide"/>
            </p:cNvPr>
            <p:cNvSpPr/>
            <p:nvPr/>
          </p:nvSpPr>
          <p:spPr>
            <a:xfrm>
              <a:off x="8179568" y="2499287"/>
              <a:ext cx="92488" cy="133924"/>
            </a:xfrm>
            <a:custGeom>
              <a:rect b="b" l="l" r="r" t="t"/>
              <a:pathLst>
                <a:path extrusionOk="0" h="1170" w="808">
                  <a:moveTo>
                    <a:pt x="807" y="0"/>
                  </a:moveTo>
                  <a:lnTo>
                    <a:pt x="0" y="579"/>
                  </a:lnTo>
                  <a:lnTo>
                    <a:pt x="807" y="1169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44"/>
            <p:cNvSpPr/>
            <p:nvPr/>
          </p:nvSpPr>
          <p:spPr>
            <a:xfrm>
              <a:off x="8416749" y="2504724"/>
              <a:ext cx="133904" cy="133925"/>
            </a:xfrm>
            <a:custGeom>
              <a:rect b="b" l="l" r="r" t="t"/>
              <a:pathLst>
                <a:path extrusionOk="0" h="1375" w="1375">
                  <a:moveTo>
                    <a:pt x="688" y="1"/>
                  </a:moveTo>
                  <a:cubicBezTo>
                    <a:pt x="314" y="1"/>
                    <a:pt x="1" y="314"/>
                    <a:pt x="1" y="688"/>
                  </a:cubicBezTo>
                  <a:cubicBezTo>
                    <a:pt x="1" y="1073"/>
                    <a:pt x="314" y="1374"/>
                    <a:pt x="688" y="1374"/>
                  </a:cubicBezTo>
                  <a:cubicBezTo>
                    <a:pt x="1073" y="1374"/>
                    <a:pt x="1374" y="1073"/>
                    <a:pt x="1374" y="688"/>
                  </a:cubicBezTo>
                  <a:cubicBezTo>
                    <a:pt x="1374" y="314"/>
                    <a:pt x="1073" y="1"/>
                    <a:pt x="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44" name="Google Shape;2344;p44"/>
            <p:cNvGrpSpPr/>
            <p:nvPr/>
          </p:nvGrpSpPr>
          <p:grpSpPr>
            <a:xfrm>
              <a:off x="8411245" y="2263375"/>
              <a:ext cx="133810" cy="611129"/>
              <a:chOff x="2246360" y="2134049"/>
              <a:chExt cx="133810" cy="611129"/>
            </a:xfrm>
          </p:grpSpPr>
          <p:sp>
            <p:nvSpPr>
              <p:cNvPr id="2345" name="Google Shape;2345;p44"/>
              <p:cNvSpPr/>
              <p:nvPr/>
            </p:nvSpPr>
            <p:spPr>
              <a:xfrm>
                <a:off x="2246360" y="2134049"/>
                <a:ext cx="133810" cy="91229"/>
              </a:xfrm>
              <a:custGeom>
                <a:rect b="b" l="l" r="r" t="t"/>
                <a:pathLst>
                  <a:path extrusionOk="0" h="797" w="1169">
                    <a:moveTo>
                      <a:pt x="579" y="1"/>
                    </a:moveTo>
                    <a:lnTo>
                      <a:pt x="0" y="796"/>
                    </a:lnTo>
                    <a:lnTo>
                      <a:pt x="1169" y="796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6" name="Google Shape;2346;p44"/>
              <p:cNvSpPr/>
              <p:nvPr/>
            </p:nvSpPr>
            <p:spPr>
              <a:xfrm>
                <a:off x="2246360" y="2654063"/>
                <a:ext cx="133810" cy="91114"/>
              </a:xfrm>
              <a:custGeom>
                <a:rect b="b" l="l" r="r" t="t"/>
                <a:pathLst>
                  <a:path extrusionOk="0" h="796" w="1169">
                    <a:moveTo>
                      <a:pt x="0" y="0"/>
                    </a:moveTo>
                    <a:lnTo>
                      <a:pt x="579" y="796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347" name="Google Shape;2347;p44"/>
          <p:cNvSpPr txBox="1"/>
          <p:nvPr/>
        </p:nvSpPr>
        <p:spPr>
          <a:xfrm>
            <a:off x="899625" y="1447225"/>
            <a:ext cx="5984400" cy="29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Char char="●"/>
            </a:pPr>
            <a:r>
              <a:rPr lang="en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Purpose: help studios and publishers assign the most accurate genres to a new game before launch</a:t>
            </a:r>
            <a:endParaRPr>
              <a:solidFill>
                <a:schemeClr val="dk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348" name="Google Shape;2348;p44"/>
          <p:cNvSpPr txBox="1"/>
          <p:nvPr>
            <p:ph idx="4294967295" type="subTitle"/>
          </p:nvPr>
        </p:nvSpPr>
        <p:spPr>
          <a:xfrm>
            <a:off x="753600" y="3534477"/>
            <a:ext cx="1737300" cy="53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Press Start 2P"/>
                <a:ea typeface="Press Start 2P"/>
                <a:cs typeface="Press Start 2P"/>
                <a:sym typeface="Press Start 2P"/>
              </a:rPr>
              <a:t>1</a:t>
            </a:r>
            <a:endParaRPr sz="13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349" name="Google Shape;2349;p44"/>
          <p:cNvSpPr txBox="1"/>
          <p:nvPr>
            <p:ph idx="4294967295" type="title"/>
          </p:nvPr>
        </p:nvSpPr>
        <p:spPr>
          <a:xfrm>
            <a:off x="471300" y="2698371"/>
            <a:ext cx="2301900" cy="8361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182875" spcFirstLastPara="1" rIns="182875" wrap="square" tIns="19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developer enters game details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2350" name="Google Shape;2350;p44"/>
          <p:cNvSpPr txBox="1"/>
          <p:nvPr>
            <p:ph idx="4294967295" type="title"/>
          </p:nvPr>
        </p:nvSpPr>
        <p:spPr>
          <a:xfrm>
            <a:off x="2923800" y="2698375"/>
            <a:ext cx="2186100" cy="8361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182875" spcFirstLastPara="1" rIns="182875" wrap="square" tIns="19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model suggests several likely genres</a:t>
            </a:r>
            <a:endParaRPr sz="1100"/>
          </a:p>
        </p:txBody>
      </p:sp>
      <p:sp>
        <p:nvSpPr>
          <p:cNvPr id="2351" name="Google Shape;2351;p44"/>
          <p:cNvSpPr txBox="1"/>
          <p:nvPr>
            <p:ph idx="4294967295" type="title"/>
          </p:nvPr>
        </p:nvSpPr>
        <p:spPr>
          <a:xfrm flipH="1">
            <a:off x="5260424" y="2687127"/>
            <a:ext cx="2150400" cy="8361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182875" spcFirstLastPara="1" rIns="182875" wrap="square" tIns="19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Each suggestion includes a confidence score</a:t>
            </a:r>
            <a:endParaRPr sz="1000"/>
          </a:p>
        </p:txBody>
      </p:sp>
      <p:sp>
        <p:nvSpPr>
          <p:cNvPr id="2352" name="Google Shape;2352;p44"/>
          <p:cNvSpPr txBox="1"/>
          <p:nvPr>
            <p:ph idx="4294967295" type="subTitle"/>
          </p:nvPr>
        </p:nvSpPr>
        <p:spPr>
          <a:xfrm>
            <a:off x="3148200" y="3534477"/>
            <a:ext cx="1737300" cy="53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ress Start 2P"/>
                <a:ea typeface="Press Start 2P"/>
                <a:cs typeface="Press Start 2P"/>
                <a:sym typeface="Press Start 2P"/>
              </a:rPr>
              <a:t>2</a:t>
            </a:r>
            <a:endParaRPr sz="12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353" name="Google Shape;2353;p44"/>
          <p:cNvSpPr txBox="1"/>
          <p:nvPr>
            <p:ph idx="4294967295" type="subTitle"/>
          </p:nvPr>
        </p:nvSpPr>
        <p:spPr>
          <a:xfrm>
            <a:off x="5466975" y="3534477"/>
            <a:ext cx="1737300" cy="53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ress Start 2P"/>
                <a:ea typeface="Press Start 2P"/>
                <a:cs typeface="Press Start 2P"/>
                <a:sym typeface="Press Start 2P"/>
              </a:rPr>
              <a:t>3</a:t>
            </a:r>
            <a:endParaRPr sz="12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7" name="Shape 2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" name="Google Shape;2358;p45"/>
          <p:cNvSpPr txBox="1"/>
          <p:nvPr>
            <p:ph type="title"/>
          </p:nvPr>
        </p:nvSpPr>
        <p:spPr>
          <a:xfrm>
            <a:off x="720000" y="778450"/>
            <a:ext cx="65697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</a:t>
            </a:r>
            <a:endParaRPr/>
          </a:p>
        </p:txBody>
      </p:sp>
      <p:grpSp>
        <p:nvGrpSpPr>
          <p:cNvPr id="2359" name="Google Shape;2359;p45"/>
          <p:cNvGrpSpPr/>
          <p:nvPr/>
        </p:nvGrpSpPr>
        <p:grpSpPr>
          <a:xfrm>
            <a:off x="8280450" y="1473987"/>
            <a:ext cx="406500" cy="322800"/>
            <a:chOff x="8280450" y="1473987"/>
            <a:chExt cx="406500" cy="322800"/>
          </a:xfrm>
        </p:grpSpPr>
        <p:sp>
          <p:nvSpPr>
            <p:cNvPr id="2360" name="Google Shape;2360;p45">
              <a:hlinkClick action="ppaction://hlinksldjump" r:id="rId3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45">
              <a:hlinkClick action="ppaction://hlinksldjump" r:id="rId4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45">
              <a:hlinkClick action="ppaction://hlinksldjump" r:id="rId5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45">
              <a:hlinkClick action="ppaction://hlinksldjump" r:id="rId6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64" name="Google Shape;2364;p45"/>
          <p:cNvGrpSpPr/>
          <p:nvPr/>
        </p:nvGrpSpPr>
        <p:grpSpPr>
          <a:xfrm>
            <a:off x="8280450" y="3346713"/>
            <a:ext cx="406500" cy="322800"/>
            <a:chOff x="8280450" y="1473987"/>
            <a:chExt cx="406500" cy="322800"/>
          </a:xfrm>
        </p:grpSpPr>
        <p:sp>
          <p:nvSpPr>
            <p:cNvPr id="2365" name="Google Shape;2365;p45">
              <a:hlinkClick action="ppaction://hlinksldjump" r:id="rId7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45">
              <a:hlinkClick action="ppaction://hlinksldjump" r:id="rId8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45">
              <a:hlinkClick action="ppaction://hlinksldjump" r:id="rId9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45">
              <a:hlinkClick action="ppaction://hlinksldjump" r:id="rId10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69" name="Google Shape;2369;p45"/>
          <p:cNvGrpSpPr/>
          <p:nvPr/>
        </p:nvGrpSpPr>
        <p:grpSpPr>
          <a:xfrm>
            <a:off x="8065601" y="2153651"/>
            <a:ext cx="836197" cy="836197"/>
            <a:chOff x="8065601" y="2153651"/>
            <a:chExt cx="836197" cy="836197"/>
          </a:xfrm>
        </p:grpSpPr>
        <p:grpSp>
          <p:nvGrpSpPr>
            <p:cNvPr id="2370" name="Google Shape;2370;p45"/>
            <p:cNvGrpSpPr/>
            <p:nvPr/>
          </p:nvGrpSpPr>
          <p:grpSpPr>
            <a:xfrm>
              <a:off x="8065601" y="2153651"/>
              <a:ext cx="836197" cy="836197"/>
              <a:chOff x="1956755" y="2080370"/>
              <a:chExt cx="724106" cy="724106"/>
            </a:xfrm>
          </p:grpSpPr>
          <p:sp>
            <p:nvSpPr>
              <p:cNvPr id="2371" name="Google Shape;2371;p45"/>
              <p:cNvSpPr/>
              <p:nvPr/>
            </p:nvSpPr>
            <p:spPr>
              <a:xfrm>
                <a:off x="2118414" y="2080370"/>
                <a:ext cx="400804" cy="724106"/>
              </a:xfrm>
              <a:custGeom>
                <a:rect b="b" l="l" r="r" t="t"/>
                <a:pathLst>
                  <a:path extrusionOk="0" h="6326" w="2929">
                    <a:moveTo>
                      <a:pt x="1" y="0"/>
                    </a:moveTo>
                    <a:lnTo>
                      <a:pt x="133" y="3157"/>
                    </a:lnTo>
                    <a:lnTo>
                      <a:pt x="1" y="6326"/>
                    </a:lnTo>
                    <a:lnTo>
                      <a:pt x="2929" y="6326"/>
                    </a:lnTo>
                    <a:lnTo>
                      <a:pt x="2796" y="3157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2" name="Google Shape;2372;p45"/>
              <p:cNvSpPr/>
              <p:nvPr/>
            </p:nvSpPr>
            <p:spPr>
              <a:xfrm>
                <a:off x="1956755" y="2240509"/>
                <a:ext cx="724106" cy="403829"/>
              </a:xfrm>
              <a:custGeom>
                <a:rect b="b" l="l" r="r" t="t"/>
                <a:pathLst>
                  <a:path extrusionOk="0" h="2929" w="6326">
                    <a:moveTo>
                      <a:pt x="0" y="1"/>
                    </a:moveTo>
                    <a:lnTo>
                      <a:pt x="0" y="2929"/>
                    </a:lnTo>
                    <a:lnTo>
                      <a:pt x="3157" y="2796"/>
                    </a:lnTo>
                    <a:lnTo>
                      <a:pt x="6326" y="2929"/>
                    </a:lnTo>
                    <a:lnTo>
                      <a:pt x="6326" y="1"/>
                    </a:lnTo>
                    <a:lnTo>
                      <a:pt x="3157" y="1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73" name="Google Shape;2373;p45"/>
            <p:cNvSpPr/>
            <p:nvPr/>
          </p:nvSpPr>
          <p:spPr>
            <a:xfrm>
              <a:off x="8316010" y="2209691"/>
              <a:ext cx="335268" cy="724106"/>
            </a:xfrm>
            <a:custGeom>
              <a:rect b="b" l="l" r="r" t="t"/>
              <a:pathLst>
                <a:path extrusionOk="0" h="6326" w="2929">
                  <a:moveTo>
                    <a:pt x="1" y="0"/>
                  </a:moveTo>
                  <a:lnTo>
                    <a:pt x="133" y="3157"/>
                  </a:lnTo>
                  <a:lnTo>
                    <a:pt x="1" y="6326"/>
                  </a:lnTo>
                  <a:lnTo>
                    <a:pt x="2929" y="6326"/>
                  </a:lnTo>
                  <a:lnTo>
                    <a:pt x="2796" y="3157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45"/>
            <p:cNvSpPr/>
            <p:nvPr/>
          </p:nvSpPr>
          <p:spPr>
            <a:xfrm>
              <a:off x="8121649" y="2404052"/>
              <a:ext cx="724106" cy="335268"/>
            </a:xfrm>
            <a:custGeom>
              <a:rect b="b" l="l" r="r" t="t"/>
              <a:pathLst>
                <a:path extrusionOk="0" h="2929" w="6326">
                  <a:moveTo>
                    <a:pt x="0" y="1"/>
                  </a:moveTo>
                  <a:lnTo>
                    <a:pt x="0" y="2929"/>
                  </a:lnTo>
                  <a:lnTo>
                    <a:pt x="3157" y="2796"/>
                  </a:lnTo>
                  <a:lnTo>
                    <a:pt x="6326" y="2929"/>
                  </a:lnTo>
                  <a:lnTo>
                    <a:pt x="6326" y="1"/>
                  </a:lnTo>
                  <a:lnTo>
                    <a:pt x="3157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45">
              <a:hlinkClick action="ppaction://hlinkshowjump?jump=nextslide"/>
            </p:cNvPr>
            <p:cNvSpPr/>
            <p:nvPr/>
          </p:nvSpPr>
          <p:spPr>
            <a:xfrm>
              <a:off x="8700842" y="2499287"/>
              <a:ext cx="91114" cy="133924"/>
            </a:xfrm>
            <a:custGeom>
              <a:rect b="b" l="l" r="r" t="t"/>
              <a:pathLst>
                <a:path extrusionOk="0" h="1170" w="796">
                  <a:moveTo>
                    <a:pt x="1" y="0"/>
                  </a:moveTo>
                  <a:lnTo>
                    <a:pt x="1" y="1169"/>
                  </a:lnTo>
                  <a:lnTo>
                    <a:pt x="796" y="5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45">
              <a:hlinkClick action="ppaction://hlinkshowjump?jump=previousslide"/>
            </p:cNvPr>
            <p:cNvSpPr/>
            <p:nvPr/>
          </p:nvSpPr>
          <p:spPr>
            <a:xfrm>
              <a:off x="8179568" y="2499287"/>
              <a:ext cx="92488" cy="133924"/>
            </a:xfrm>
            <a:custGeom>
              <a:rect b="b" l="l" r="r" t="t"/>
              <a:pathLst>
                <a:path extrusionOk="0" h="1170" w="808">
                  <a:moveTo>
                    <a:pt x="807" y="0"/>
                  </a:moveTo>
                  <a:lnTo>
                    <a:pt x="0" y="579"/>
                  </a:lnTo>
                  <a:lnTo>
                    <a:pt x="807" y="1169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45"/>
            <p:cNvSpPr/>
            <p:nvPr/>
          </p:nvSpPr>
          <p:spPr>
            <a:xfrm>
              <a:off x="8416749" y="2504724"/>
              <a:ext cx="133904" cy="133925"/>
            </a:xfrm>
            <a:custGeom>
              <a:rect b="b" l="l" r="r" t="t"/>
              <a:pathLst>
                <a:path extrusionOk="0" h="1375" w="1375">
                  <a:moveTo>
                    <a:pt x="688" y="1"/>
                  </a:moveTo>
                  <a:cubicBezTo>
                    <a:pt x="314" y="1"/>
                    <a:pt x="1" y="314"/>
                    <a:pt x="1" y="688"/>
                  </a:cubicBezTo>
                  <a:cubicBezTo>
                    <a:pt x="1" y="1073"/>
                    <a:pt x="314" y="1374"/>
                    <a:pt x="688" y="1374"/>
                  </a:cubicBezTo>
                  <a:cubicBezTo>
                    <a:pt x="1073" y="1374"/>
                    <a:pt x="1374" y="1073"/>
                    <a:pt x="1374" y="688"/>
                  </a:cubicBezTo>
                  <a:cubicBezTo>
                    <a:pt x="1374" y="314"/>
                    <a:pt x="1073" y="1"/>
                    <a:pt x="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78" name="Google Shape;2378;p45"/>
            <p:cNvGrpSpPr/>
            <p:nvPr/>
          </p:nvGrpSpPr>
          <p:grpSpPr>
            <a:xfrm>
              <a:off x="8411245" y="2263375"/>
              <a:ext cx="133810" cy="611129"/>
              <a:chOff x="2246360" y="2134049"/>
              <a:chExt cx="133810" cy="611129"/>
            </a:xfrm>
          </p:grpSpPr>
          <p:sp>
            <p:nvSpPr>
              <p:cNvPr id="2379" name="Google Shape;2379;p45"/>
              <p:cNvSpPr/>
              <p:nvPr/>
            </p:nvSpPr>
            <p:spPr>
              <a:xfrm>
                <a:off x="2246360" y="2134049"/>
                <a:ext cx="133810" cy="91229"/>
              </a:xfrm>
              <a:custGeom>
                <a:rect b="b" l="l" r="r" t="t"/>
                <a:pathLst>
                  <a:path extrusionOk="0" h="797" w="1169">
                    <a:moveTo>
                      <a:pt x="579" y="1"/>
                    </a:moveTo>
                    <a:lnTo>
                      <a:pt x="0" y="796"/>
                    </a:lnTo>
                    <a:lnTo>
                      <a:pt x="1169" y="796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0" name="Google Shape;2380;p45"/>
              <p:cNvSpPr/>
              <p:nvPr/>
            </p:nvSpPr>
            <p:spPr>
              <a:xfrm>
                <a:off x="2246360" y="2654063"/>
                <a:ext cx="133810" cy="91114"/>
              </a:xfrm>
              <a:custGeom>
                <a:rect b="b" l="l" r="r" t="t"/>
                <a:pathLst>
                  <a:path extrusionOk="0" h="796" w="1169">
                    <a:moveTo>
                      <a:pt x="0" y="0"/>
                    </a:moveTo>
                    <a:lnTo>
                      <a:pt x="579" y="796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381" name="Google Shape;2381;p45"/>
          <p:cNvSpPr txBox="1"/>
          <p:nvPr>
            <p:ph idx="4294967295" type="subTitle"/>
          </p:nvPr>
        </p:nvSpPr>
        <p:spPr>
          <a:xfrm>
            <a:off x="4042950" y="1455650"/>
            <a:ext cx="3416400" cy="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Reduces time spent on manual genre selection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2" name="Google Shape;2382;p45"/>
          <p:cNvSpPr txBox="1"/>
          <p:nvPr>
            <p:ph idx="4294967295" type="subTitle"/>
          </p:nvPr>
        </p:nvSpPr>
        <p:spPr>
          <a:xfrm>
            <a:off x="4042950" y="2153650"/>
            <a:ext cx="3416400" cy="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Applies a standard, data-driven logic to all titles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83" name="Google Shape;2383;p45"/>
          <p:cNvGrpSpPr/>
          <p:nvPr/>
        </p:nvGrpSpPr>
        <p:grpSpPr>
          <a:xfrm>
            <a:off x="477320" y="1949531"/>
            <a:ext cx="1571769" cy="1882077"/>
            <a:chOff x="5982400" y="2633825"/>
            <a:chExt cx="481975" cy="708800"/>
          </a:xfrm>
        </p:grpSpPr>
        <p:sp>
          <p:nvSpPr>
            <p:cNvPr id="2384" name="Google Shape;2384;p45"/>
            <p:cNvSpPr/>
            <p:nvPr/>
          </p:nvSpPr>
          <p:spPr>
            <a:xfrm>
              <a:off x="5982400" y="2633825"/>
              <a:ext cx="481975" cy="708800"/>
            </a:xfrm>
            <a:custGeom>
              <a:rect b="b" l="l" r="r" t="t"/>
              <a:pathLst>
                <a:path extrusionOk="0" h="28352" w="19279">
                  <a:moveTo>
                    <a:pt x="434" y="0"/>
                  </a:moveTo>
                  <a:cubicBezTo>
                    <a:pt x="193" y="0"/>
                    <a:pt x="0" y="205"/>
                    <a:pt x="0" y="446"/>
                  </a:cubicBezTo>
                  <a:lnTo>
                    <a:pt x="0" y="27917"/>
                  </a:lnTo>
                  <a:cubicBezTo>
                    <a:pt x="0" y="28158"/>
                    <a:pt x="193" y="28351"/>
                    <a:pt x="434" y="28351"/>
                  </a:cubicBezTo>
                  <a:lnTo>
                    <a:pt x="18832" y="28351"/>
                  </a:lnTo>
                  <a:cubicBezTo>
                    <a:pt x="19073" y="28351"/>
                    <a:pt x="19278" y="28158"/>
                    <a:pt x="19278" y="27917"/>
                  </a:cubicBezTo>
                  <a:lnTo>
                    <a:pt x="19278" y="446"/>
                  </a:lnTo>
                  <a:cubicBezTo>
                    <a:pt x="19278" y="205"/>
                    <a:pt x="19073" y="0"/>
                    <a:pt x="188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45"/>
            <p:cNvSpPr/>
            <p:nvPr/>
          </p:nvSpPr>
          <p:spPr>
            <a:xfrm>
              <a:off x="6007550" y="2658461"/>
              <a:ext cx="431675" cy="391925"/>
            </a:xfrm>
            <a:custGeom>
              <a:rect b="b" l="l" r="r" t="t"/>
              <a:pathLst>
                <a:path extrusionOk="0" h="15677" w="17267">
                  <a:moveTo>
                    <a:pt x="434" y="1"/>
                  </a:moveTo>
                  <a:cubicBezTo>
                    <a:pt x="193" y="1"/>
                    <a:pt x="0" y="206"/>
                    <a:pt x="0" y="447"/>
                  </a:cubicBezTo>
                  <a:lnTo>
                    <a:pt x="0" y="15231"/>
                  </a:lnTo>
                  <a:cubicBezTo>
                    <a:pt x="0" y="15472"/>
                    <a:pt x="193" y="15676"/>
                    <a:pt x="434" y="15676"/>
                  </a:cubicBezTo>
                  <a:lnTo>
                    <a:pt x="16832" y="15676"/>
                  </a:lnTo>
                  <a:cubicBezTo>
                    <a:pt x="17073" y="15676"/>
                    <a:pt x="17266" y="15472"/>
                    <a:pt x="17266" y="15231"/>
                  </a:cubicBezTo>
                  <a:lnTo>
                    <a:pt x="17266" y="447"/>
                  </a:lnTo>
                  <a:cubicBezTo>
                    <a:pt x="17266" y="206"/>
                    <a:pt x="17073" y="1"/>
                    <a:pt x="16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45"/>
            <p:cNvSpPr/>
            <p:nvPr/>
          </p:nvSpPr>
          <p:spPr>
            <a:xfrm>
              <a:off x="6025989" y="2679560"/>
              <a:ext cx="394797" cy="347025"/>
            </a:xfrm>
            <a:custGeom>
              <a:rect b="b" l="l" r="r" t="t"/>
              <a:pathLst>
                <a:path extrusionOk="0" h="13881" w="13194">
                  <a:moveTo>
                    <a:pt x="0" y="0"/>
                  </a:moveTo>
                  <a:lnTo>
                    <a:pt x="0" y="13881"/>
                  </a:lnTo>
                  <a:lnTo>
                    <a:pt x="13194" y="13881"/>
                  </a:lnTo>
                  <a:lnTo>
                    <a:pt x="131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45"/>
            <p:cNvSpPr/>
            <p:nvPr/>
          </p:nvSpPr>
          <p:spPr>
            <a:xfrm>
              <a:off x="6024550" y="3109450"/>
              <a:ext cx="106975" cy="106950"/>
            </a:xfrm>
            <a:custGeom>
              <a:rect b="b" l="l" r="r" t="t"/>
              <a:pathLst>
                <a:path extrusionOk="0" h="4278" w="4279">
                  <a:moveTo>
                    <a:pt x="2134" y="0"/>
                  </a:moveTo>
                  <a:cubicBezTo>
                    <a:pt x="953" y="0"/>
                    <a:pt x="1" y="952"/>
                    <a:pt x="1" y="2133"/>
                  </a:cubicBezTo>
                  <a:cubicBezTo>
                    <a:pt x="1" y="3314"/>
                    <a:pt x="953" y="4278"/>
                    <a:pt x="2134" y="4278"/>
                  </a:cubicBezTo>
                  <a:cubicBezTo>
                    <a:pt x="3314" y="4278"/>
                    <a:pt x="4278" y="3314"/>
                    <a:pt x="4278" y="2133"/>
                  </a:cubicBezTo>
                  <a:cubicBezTo>
                    <a:pt x="4278" y="952"/>
                    <a:pt x="3314" y="0"/>
                    <a:pt x="21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45"/>
            <p:cNvSpPr/>
            <p:nvPr/>
          </p:nvSpPr>
          <p:spPr>
            <a:xfrm>
              <a:off x="6028175" y="3113050"/>
              <a:ext cx="99425" cy="99450"/>
            </a:xfrm>
            <a:custGeom>
              <a:rect b="b" l="l" r="r" t="t"/>
              <a:pathLst>
                <a:path extrusionOk="0" h="3978" w="3977">
                  <a:moveTo>
                    <a:pt x="1989" y="1"/>
                  </a:moveTo>
                  <a:cubicBezTo>
                    <a:pt x="892" y="1"/>
                    <a:pt x="1" y="893"/>
                    <a:pt x="1" y="1989"/>
                  </a:cubicBezTo>
                  <a:cubicBezTo>
                    <a:pt x="1" y="3085"/>
                    <a:pt x="892" y="3977"/>
                    <a:pt x="1989" y="3977"/>
                  </a:cubicBezTo>
                  <a:cubicBezTo>
                    <a:pt x="3085" y="3977"/>
                    <a:pt x="3977" y="3085"/>
                    <a:pt x="3977" y="1989"/>
                  </a:cubicBezTo>
                  <a:cubicBezTo>
                    <a:pt x="3977" y="893"/>
                    <a:pt x="3085" y="1"/>
                    <a:pt x="19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45"/>
            <p:cNvSpPr/>
            <p:nvPr/>
          </p:nvSpPr>
          <p:spPr>
            <a:xfrm>
              <a:off x="6040225" y="3125100"/>
              <a:ext cx="75325" cy="75350"/>
            </a:xfrm>
            <a:custGeom>
              <a:rect b="b" l="l" r="r" t="t"/>
              <a:pathLst>
                <a:path extrusionOk="0" h="3014" w="3013">
                  <a:moveTo>
                    <a:pt x="1507" y="1"/>
                  </a:moveTo>
                  <a:cubicBezTo>
                    <a:pt x="675" y="1"/>
                    <a:pt x="1" y="676"/>
                    <a:pt x="1" y="1507"/>
                  </a:cubicBezTo>
                  <a:cubicBezTo>
                    <a:pt x="1" y="2338"/>
                    <a:pt x="675" y="3013"/>
                    <a:pt x="1507" y="3013"/>
                  </a:cubicBezTo>
                  <a:cubicBezTo>
                    <a:pt x="2338" y="3013"/>
                    <a:pt x="3013" y="2338"/>
                    <a:pt x="3013" y="1507"/>
                  </a:cubicBezTo>
                  <a:cubicBezTo>
                    <a:pt x="3013" y="676"/>
                    <a:pt x="2338" y="1"/>
                    <a:pt x="15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45"/>
            <p:cNvSpPr/>
            <p:nvPr/>
          </p:nvSpPr>
          <p:spPr>
            <a:xfrm>
              <a:off x="6044150" y="3129025"/>
              <a:ext cx="67500" cy="67500"/>
            </a:xfrm>
            <a:custGeom>
              <a:rect b="b" l="l" r="r" t="t"/>
              <a:pathLst>
                <a:path extrusionOk="0" h="2700" w="2700">
                  <a:moveTo>
                    <a:pt x="1350" y="0"/>
                  </a:moveTo>
                  <a:cubicBezTo>
                    <a:pt x="603" y="0"/>
                    <a:pt x="0" y="603"/>
                    <a:pt x="0" y="1350"/>
                  </a:cubicBezTo>
                  <a:cubicBezTo>
                    <a:pt x="0" y="2097"/>
                    <a:pt x="603" y="2699"/>
                    <a:pt x="1350" y="2699"/>
                  </a:cubicBezTo>
                  <a:cubicBezTo>
                    <a:pt x="2097" y="2699"/>
                    <a:pt x="2699" y="2097"/>
                    <a:pt x="2699" y="1350"/>
                  </a:cubicBezTo>
                  <a:cubicBezTo>
                    <a:pt x="2699" y="603"/>
                    <a:pt x="2097" y="0"/>
                    <a:pt x="13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45"/>
            <p:cNvSpPr/>
            <p:nvPr/>
          </p:nvSpPr>
          <p:spPr>
            <a:xfrm>
              <a:off x="6056200" y="3141075"/>
              <a:ext cx="43400" cy="43400"/>
            </a:xfrm>
            <a:custGeom>
              <a:rect b="b" l="l" r="r" t="t"/>
              <a:pathLst>
                <a:path extrusionOk="0" h="1736" w="1736">
                  <a:moveTo>
                    <a:pt x="868" y="0"/>
                  </a:moveTo>
                  <a:cubicBezTo>
                    <a:pt x="386" y="0"/>
                    <a:pt x="0" y="386"/>
                    <a:pt x="0" y="868"/>
                  </a:cubicBezTo>
                  <a:cubicBezTo>
                    <a:pt x="0" y="1350"/>
                    <a:pt x="398" y="1735"/>
                    <a:pt x="868" y="1735"/>
                  </a:cubicBezTo>
                  <a:cubicBezTo>
                    <a:pt x="1350" y="1735"/>
                    <a:pt x="1735" y="1350"/>
                    <a:pt x="1735" y="868"/>
                  </a:cubicBezTo>
                  <a:cubicBezTo>
                    <a:pt x="1735" y="386"/>
                    <a:pt x="1350" y="0"/>
                    <a:pt x="8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45"/>
            <p:cNvSpPr/>
            <p:nvPr/>
          </p:nvSpPr>
          <p:spPr>
            <a:xfrm>
              <a:off x="6050175" y="3254025"/>
              <a:ext cx="15375" cy="13300"/>
            </a:xfrm>
            <a:custGeom>
              <a:rect b="b" l="l" r="r" t="t"/>
              <a:pathLst>
                <a:path extrusionOk="0" h="532" w="615">
                  <a:moveTo>
                    <a:pt x="307" y="0"/>
                  </a:moveTo>
                  <a:cubicBezTo>
                    <a:pt x="217" y="0"/>
                    <a:pt x="132" y="46"/>
                    <a:pt x="84" y="133"/>
                  </a:cubicBezTo>
                  <a:cubicBezTo>
                    <a:pt x="0" y="254"/>
                    <a:pt x="48" y="422"/>
                    <a:pt x="181" y="495"/>
                  </a:cubicBezTo>
                  <a:cubicBezTo>
                    <a:pt x="222" y="519"/>
                    <a:pt x="268" y="531"/>
                    <a:pt x="315" y="531"/>
                  </a:cubicBezTo>
                  <a:cubicBezTo>
                    <a:pt x="405" y="531"/>
                    <a:pt x="495" y="486"/>
                    <a:pt x="542" y="398"/>
                  </a:cubicBezTo>
                  <a:cubicBezTo>
                    <a:pt x="615" y="266"/>
                    <a:pt x="566" y="109"/>
                    <a:pt x="446" y="37"/>
                  </a:cubicBezTo>
                  <a:cubicBezTo>
                    <a:pt x="401" y="12"/>
                    <a:pt x="353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45"/>
            <p:cNvSpPr/>
            <p:nvPr/>
          </p:nvSpPr>
          <p:spPr>
            <a:xfrm>
              <a:off x="6050175" y="3277575"/>
              <a:ext cx="15375" cy="13475"/>
            </a:xfrm>
            <a:custGeom>
              <a:rect b="b" l="l" r="r" t="t"/>
              <a:pathLst>
                <a:path extrusionOk="0" h="539" w="615">
                  <a:moveTo>
                    <a:pt x="307" y="1"/>
                  </a:moveTo>
                  <a:cubicBezTo>
                    <a:pt x="263" y="1"/>
                    <a:pt x="219" y="12"/>
                    <a:pt x="181" y="35"/>
                  </a:cubicBezTo>
                  <a:cubicBezTo>
                    <a:pt x="48" y="107"/>
                    <a:pt x="0" y="276"/>
                    <a:pt x="84" y="396"/>
                  </a:cubicBezTo>
                  <a:cubicBezTo>
                    <a:pt x="134" y="487"/>
                    <a:pt x="223" y="538"/>
                    <a:pt x="317" y="538"/>
                  </a:cubicBezTo>
                  <a:cubicBezTo>
                    <a:pt x="360" y="538"/>
                    <a:pt x="404" y="527"/>
                    <a:pt x="446" y="505"/>
                  </a:cubicBezTo>
                  <a:cubicBezTo>
                    <a:pt x="566" y="420"/>
                    <a:pt x="615" y="264"/>
                    <a:pt x="542" y="131"/>
                  </a:cubicBezTo>
                  <a:cubicBezTo>
                    <a:pt x="493" y="49"/>
                    <a:pt x="400" y="1"/>
                    <a:pt x="3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45"/>
            <p:cNvSpPr/>
            <p:nvPr/>
          </p:nvSpPr>
          <p:spPr>
            <a:xfrm>
              <a:off x="6071850" y="3289575"/>
              <a:ext cx="13275" cy="13275"/>
            </a:xfrm>
            <a:custGeom>
              <a:rect b="b" l="l" r="r" t="t"/>
              <a:pathLst>
                <a:path extrusionOk="0" h="531" w="531">
                  <a:moveTo>
                    <a:pt x="266" y="1"/>
                  </a:moveTo>
                  <a:cubicBezTo>
                    <a:pt x="109" y="1"/>
                    <a:pt x="1" y="109"/>
                    <a:pt x="1" y="266"/>
                  </a:cubicBezTo>
                  <a:cubicBezTo>
                    <a:pt x="1" y="410"/>
                    <a:pt x="109" y="531"/>
                    <a:pt x="266" y="531"/>
                  </a:cubicBezTo>
                  <a:cubicBezTo>
                    <a:pt x="410" y="531"/>
                    <a:pt x="531" y="410"/>
                    <a:pt x="531" y="266"/>
                  </a:cubicBezTo>
                  <a:cubicBezTo>
                    <a:pt x="531" y="109"/>
                    <a:pt x="410" y="1"/>
                    <a:pt x="2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45"/>
            <p:cNvSpPr/>
            <p:nvPr/>
          </p:nvSpPr>
          <p:spPr>
            <a:xfrm>
              <a:off x="6091125" y="3277575"/>
              <a:ext cx="15400" cy="13475"/>
            </a:xfrm>
            <a:custGeom>
              <a:rect b="b" l="l" r="r" t="t"/>
              <a:pathLst>
                <a:path extrusionOk="0" h="539" w="616">
                  <a:moveTo>
                    <a:pt x="315" y="1"/>
                  </a:moveTo>
                  <a:cubicBezTo>
                    <a:pt x="222" y="1"/>
                    <a:pt x="134" y="49"/>
                    <a:pt x="85" y="131"/>
                  </a:cubicBezTo>
                  <a:cubicBezTo>
                    <a:pt x="1" y="264"/>
                    <a:pt x="49" y="420"/>
                    <a:pt x="182" y="505"/>
                  </a:cubicBezTo>
                  <a:cubicBezTo>
                    <a:pt x="219" y="527"/>
                    <a:pt x="262" y="538"/>
                    <a:pt x="305" y="538"/>
                  </a:cubicBezTo>
                  <a:cubicBezTo>
                    <a:pt x="399" y="538"/>
                    <a:pt x="493" y="487"/>
                    <a:pt x="543" y="396"/>
                  </a:cubicBezTo>
                  <a:cubicBezTo>
                    <a:pt x="615" y="276"/>
                    <a:pt x="567" y="107"/>
                    <a:pt x="447" y="35"/>
                  </a:cubicBezTo>
                  <a:cubicBezTo>
                    <a:pt x="404" y="12"/>
                    <a:pt x="359" y="1"/>
                    <a:pt x="3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45"/>
            <p:cNvSpPr/>
            <p:nvPr/>
          </p:nvSpPr>
          <p:spPr>
            <a:xfrm>
              <a:off x="6091125" y="3254025"/>
              <a:ext cx="15400" cy="13300"/>
            </a:xfrm>
            <a:custGeom>
              <a:rect b="b" l="l" r="r" t="t"/>
              <a:pathLst>
                <a:path extrusionOk="0" h="532" w="616">
                  <a:moveTo>
                    <a:pt x="315" y="0"/>
                  </a:moveTo>
                  <a:cubicBezTo>
                    <a:pt x="269" y="0"/>
                    <a:pt x="222" y="12"/>
                    <a:pt x="182" y="37"/>
                  </a:cubicBezTo>
                  <a:cubicBezTo>
                    <a:pt x="49" y="109"/>
                    <a:pt x="1" y="266"/>
                    <a:pt x="85" y="398"/>
                  </a:cubicBezTo>
                  <a:cubicBezTo>
                    <a:pt x="133" y="486"/>
                    <a:pt x="217" y="531"/>
                    <a:pt x="307" y="531"/>
                  </a:cubicBezTo>
                  <a:cubicBezTo>
                    <a:pt x="354" y="531"/>
                    <a:pt x="402" y="519"/>
                    <a:pt x="447" y="495"/>
                  </a:cubicBezTo>
                  <a:cubicBezTo>
                    <a:pt x="567" y="422"/>
                    <a:pt x="615" y="254"/>
                    <a:pt x="543" y="133"/>
                  </a:cubicBezTo>
                  <a:cubicBezTo>
                    <a:pt x="495" y="46"/>
                    <a:pt x="405" y="0"/>
                    <a:pt x="3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45"/>
            <p:cNvSpPr/>
            <p:nvPr/>
          </p:nvSpPr>
          <p:spPr>
            <a:xfrm>
              <a:off x="6071850" y="3265775"/>
              <a:ext cx="13275" cy="13275"/>
            </a:xfrm>
            <a:custGeom>
              <a:rect b="b" l="l" r="r" t="t"/>
              <a:pathLst>
                <a:path extrusionOk="0" h="531" w="531">
                  <a:moveTo>
                    <a:pt x="266" y="1"/>
                  </a:moveTo>
                  <a:cubicBezTo>
                    <a:pt x="121" y="1"/>
                    <a:pt x="1" y="121"/>
                    <a:pt x="1" y="266"/>
                  </a:cubicBezTo>
                  <a:cubicBezTo>
                    <a:pt x="1" y="410"/>
                    <a:pt x="121" y="531"/>
                    <a:pt x="266" y="531"/>
                  </a:cubicBezTo>
                  <a:cubicBezTo>
                    <a:pt x="410" y="531"/>
                    <a:pt x="531" y="410"/>
                    <a:pt x="531" y="266"/>
                  </a:cubicBezTo>
                  <a:cubicBezTo>
                    <a:pt x="531" y="121"/>
                    <a:pt x="410" y="1"/>
                    <a:pt x="2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45"/>
            <p:cNvSpPr/>
            <p:nvPr/>
          </p:nvSpPr>
          <p:spPr>
            <a:xfrm>
              <a:off x="6071850" y="3241975"/>
              <a:ext cx="13275" cy="13575"/>
            </a:xfrm>
            <a:custGeom>
              <a:rect b="b" l="l" r="r" t="t"/>
              <a:pathLst>
                <a:path extrusionOk="0" h="543" w="531">
                  <a:moveTo>
                    <a:pt x="266" y="1"/>
                  </a:moveTo>
                  <a:cubicBezTo>
                    <a:pt x="121" y="1"/>
                    <a:pt x="1" y="121"/>
                    <a:pt x="1" y="278"/>
                  </a:cubicBezTo>
                  <a:cubicBezTo>
                    <a:pt x="1" y="423"/>
                    <a:pt x="121" y="543"/>
                    <a:pt x="266" y="543"/>
                  </a:cubicBezTo>
                  <a:cubicBezTo>
                    <a:pt x="410" y="543"/>
                    <a:pt x="531" y="423"/>
                    <a:pt x="531" y="278"/>
                  </a:cubicBezTo>
                  <a:cubicBezTo>
                    <a:pt x="531" y="121"/>
                    <a:pt x="410" y="1"/>
                    <a:pt x="2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45"/>
            <p:cNvSpPr/>
            <p:nvPr/>
          </p:nvSpPr>
          <p:spPr>
            <a:xfrm>
              <a:off x="6253800" y="3095600"/>
              <a:ext cx="172025" cy="171700"/>
            </a:xfrm>
            <a:custGeom>
              <a:rect b="b" l="l" r="r" t="t"/>
              <a:pathLst>
                <a:path extrusionOk="0" h="6868" w="6881">
                  <a:moveTo>
                    <a:pt x="1169" y="0"/>
                  </a:moveTo>
                  <a:cubicBezTo>
                    <a:pt x="518" y="0"/>
                    <a:pt x="0" y="530"/>
                    <a:pt x="0" y="1169"/>
                  </a:cubicBezTo>
                  <a:lnTo>
                    <a:pt x="0" y="5699"/>
                  </a:lnTo>
                  <a:cubicBezTo>
                    <a:pt x="0" y="6350"/>
                    <a:pt x="518" y="6868"/>
                    <a:pt x="1169" y="6868"/>
                  </a:cubicBezTo>
                  <a:lnTo>
                    <a:pt x="5711" y="6868"/>
                  </a:lnTo>
                  <a:cubicBezTo>
                    <a:pt x="6362" y="6868"/>
                    <a:pt x="6880" y="6350"/>
                    <a:pt x="6880" y="5699"/>
                  </a:cubicBezTo>
                  <a:lnTo>
                    <a:pt x="6880" y="1169"/>
                  </a:lnTo>
                  <a:cubicBezTo>
                    <a:pt x="6880" y="530"/>
                    <a:pt x="6362" y="0"/>
                    <a:pt x="57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45"/>
            <p:cNvSpPr/>
            <p:nvPr/>
          </p:nvSpPr>
          <p:spPr>
            <a:xfrm>
              <a:off x="6272175" y="3112150"/>
              <a:ext cx="63875" cy="63900"/>
            </a:xfrm>
            <a:custGeom>
              <a:rect b="b" l="l" r="r" t="t"/>
              <a:pathLst>
                <a:path extrusionOk="0" h="2556" w="2555">
                  <a:moveTo>
                    <a:pt x="1277" y="1"/>
                  </a:moveTo>
                  <a:cubicBezTo>
                    <a:pt x="578" y="1"/>
                    <a:pt x="0" y="579"/>
                    <a:pt x="0" y="1278"/>
                  </a:cubicBezTo>
                  <a:cubicBezTo>
                    <a:pt x="0" y="1977"/>
                    <a:pt x="578" y="2555"/>
                    <a:pt x="1277" y="2555"/>
                  </a:cubicBezTo>
                  <a:cubicBezTo>
                    <a:pt x="1976" y="2555"/>
                    <a:pt x="2554" y="1977"/>
                    <a:pt x="2554" y="1278"/>
                  </a:cubicBezTo>
                  <a:cubicBezTo>
                    <a:pt x="2554" y="579"/>
                    <a:pt x="1976" y="1"/>
                    <a:pt x="12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45"/>
            <p:cNvSpPr/>
            <p:nvPr/>
          </p:nvSpPr>
          <p:spPr>
            <a:xfrm>
              <a:off x="6274575" y="3114575"/>
              <a:ext cx="59375" cy="59350"/>
            </a:xfrm>
            <a:custGeom>
              <a:rect b="b" l="l" r="r" t="t"/>
              <a:pathLst>
                <a:path extrusionOk="0" h="2374" w="2375">
                  <a:moveTo>
                    <a:pt x="1181" y="0"/>
                  </a:moveTo>
                  <a:cubicBezTo>
                    <a:pt x="531" y="0"/>
                    <a:pt x="1" y="530"/>
                    <a:pt x="1" y="1181"/>
                  </a:cubicBezTo>
                  <a:cubicBezTo>
                    <a:pt x="1" y="1832"/>
                    <a:pt x="531" y="2374"/>
                    <a:pt x="1181" y="2374"/>
                  </a:cubicBezTo>
                  <a:cubicBezTo>
                    <a:pt x="1832" y="2374"/>
                    <a:pt x="2374" y="1832"/>
                    <a:pt x="2374" y="1181"/>
                  </a:cubicBezTo>
                  <a:cubicBezTo>
                    <a:pt x="2374" y="530"/>
                    <a:pt x="1832" y="0"/>
                    <a:pt x="11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45"/>
            <p:cNvSpPr/>
            <p:nvPr/>
          </p:nvSpPr>
          <p:spPr>
            <a:xfrm>
              <a:off x="6283925" y="3123900"/>
              <a:ext cx="40675" cy="40700"/>
            </a:xfrm>
            <a:custGeom>
              <a:rect b="b" l="l" r="r" t="t"/>
              <a:pathLst>
                <a:path extrusionOk="0" h="1628" w="1627">
                  <a:moveTo>
                    <a:pt x="807" y="1"/>
                  </a:moveTo>
                  <a:cubicBezTo>
                    <a:pt x="361" y="1"/>
                    <a:pt x="0" y="362"/>
                    <a:pt x="0" y="808"/>
                  </a:cubicBezTo>
                  <a:cubicBezTo>
                    <a:pt x="0" y="1254"/>
                    <a:pt x="361" y="1627"/>
                    <a:pt x="807" y="1627"/>
                  </a:cubicBezTo>
                  <a:cubicBezTo>
                    <a:pt x="1253" y="1627"/>
                    <a:pt x="1627" y="1254"/>
                    <a:pt x="1627" y="808"/>
                  </a:cubicBezTo>
                  <a:cubicBezTo>
                    <a:pt x="1627" y="362"/>
                    <a:pt x="1253" y="1"/>
                    <a:pt x="8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45"/>
            <p:cNvSpPr/>
            <p:nvPr/>
          </p:nvSpPr>
          <p:spPr>
            <a:xfrm>
              <a:off x="6291150" y="3131125"/>
              <a:ext cx="25925" cy="25950"/>
            </a:xfrm>
            <a:custGeom>
              <a:rect b="b" l="l" r="r" t="t"/>
              <a:pathLst>
                <a:path extrusionOk="0" h="1038" w="1037">
                  <a:moveTo>
                    <a:pt x="518" y="1"/>
                  </a:moveTo>
                  <a:cubicBezTo>
                    <a:pt x="229" y="1"/>
                    <a:pt x="0" y="230"/>
                    <a:pt x="0" y="519"/>
                  </a:cubicBezTo>
                  <a:cubicBezTo>
                    <a:pt x="0" y="808"/>
                    <a:pt x="229" y="1037"/>
                    <a:pt x="518" y="1037"/>
                  </a:cubicBezTo>
                  <a:cubicBezTo>
                    <a:pt x="807" y="1037"/>
                    <a:pt x="1036" y="808"/>
                    <a:pt x="1036" y="519"/>
                  </a:cubicBezTo>
                  <a:cubicBezTo>
                    <a:pt x="1036" y="230"/>
                    <a:pt x="807" y="1"/>
                    <a:pt x="5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45"/>
            <p:cNvSpPr/>
            <p:nvPr/>
          </p:nvSpPr>
          <p:spPr>
            <a:xfrm>
              <a:off x="6342950" y="3112150"/>
              <a:ext cx="64175" cy="63600"/>
            </a:xfrm>
            <a:custGeom>
              <a:rect b="b" l="l" r="r" t="t"/>
              <a:pathLst>
                <a:path extrusionOk="0" h="2544" w="2567">
                  <a:moveTo>
                    <a:pt x="1280" y="1"/>
                  </a:moveTo>
                  <a:cubicBezTo>
                    <a:pt x="591" y="1"/>
                    <a:pt x="25" y="562"/>
                    <a:pt x="13" y="1254"/>
                  </a:cubicBezTo>
                  <a:cubicBezTo>
                    <a:pt x="1" y="1965"/>
                    <a:pt x="567" y="2543"/>
                    <a:pt x="1266" y="2543"/>
                  </a:cubicBezTo>
                  <a:cubicBezTo>
                    <a:pt x="1273" y="2543"/>
                    <a:pt x="1281" y="2543"/>
                    <a:pt x="1288" y="2543"/>
                  </a:cubicBezTo>
                  <a:cubicBezTo>
                    <a:pt x="1989" y="2543"/>
                    <a:pt x="2555" y="1982"/>
                    <a:pt x="2555" y="1290"/>
                  </a:cubicBezTo>
                  <a:cubicBezTo>
                    <a:pt x="2567" y="591"/>
                    <a:pt x="2001" y="13"/>
                    <a:pt x="1302" y="1"/>
                  </a:cubicBezTo>
                  <a:cubicBezTo>
                    <a:pt x="1295" y="1"/>
                    <a:pt x="1287" y="1"/>
                    <a:pt x="12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45"/>
            <p:cNvSpPr/>
            <p:nvPr/>
          </p:nvSpPr>
          <p:spPr>
            <a:xfrm>
              <a:off x="6345350" y="3114850"/>
              <a:ext cx="59975" cy="59400"/>
            </a:xfrm>
            <a:custGeom>
              <a:rect b="b" l="l" r="r" t="t"/>
              <a:pathLst>
                <a:path extrusionOk="0" h="2376" w="2399">
                  <a:moveTo>
                    <a:pt x="1204" y="1"/>
                  </a:moveTo>
                  <a:cubicBezTo>
                    <a:pt x="1197" y="1"/>
                    <a:pt x="1189" y="1"/>
                    <a:pt x="1182" y="1"/>
                  </a:cubicBezTo>
                  <a:cubicBezTo>
                    <a:pt x="531" y="13"/>
                    <a:pt x="1" y="543"/>
                    <a:pt x="13" y="1206"/>
                  </a:cubicBezTo>
                  <a:cubicBezTo>
                    <a:pt x="25" y="1849"/>
                    <a:pt x="543" y="2375"/>
                    <a:pt x="1196" y="2375"/>
                  </a:cubicBezTo>
                  <a:cubicBezTo>
                    <a:pt x="1203" y="2375"/>
                    <a:pt x="1211" y="2375"/>
                    <a:pt x="1218" y="2375"/>
                  </a:cubicBezTo>
                  <a:cubicBezTo>
                    <a:pt x="1869" y="2363"/>
                    <a:pt x="2399" y="1821"/>
                    <a:pt x="2387" y="1170"/>
                  </a:cubicBezTo>
                  <a:cubicBezTo>
                    <a:pt x="2375" y="527"/>
                    <a:pt x="1856" y="1"/>
                    <a:pt x="12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45"/>
            <p:cNvSpPr/>
            <p:nvPr/>
          </p:nvSpPr>
          <p:spPr>
            <a:xfrm>
              <a:off x="6355000" y="3123900"/>
              <a:ext cx="40700" cy="40700"/>
            </a:xfrm>
            <a:custGeom>
              <a:rect b="b" l="l" r="r" t="t"/>
              <a:pathLst>
                <a:path extrusionOk="0" h="1628" w="1628">
                  <a:moveTo>
                    <a:pt x="820" y="1"/>
                  </a:moveTo>
                  <a:cubicBezTo>
                    <a:pt x="374" y="1"/>
                    <a:pt x="1" y="362"/>
                    <a:pt x="1" y="808"/>
                  </a:cubicBezTo>
                  <a:cubicBezTo>
                    <a:pt x="1" y="1254"/>
                    <a:pt x="374" y="1627"/>
                    <a:pt x="820" y="1627"/>
                  </a:cubicBezTo>
                  <a:cubicBezTo>
                    <a:pt x="1266" y="1627"/>
                    <a:pt x="1627" y="1254"/>
                    <a:pt x="1627" y="808"/>
                  </a:cubicBezTo>
                  <a:cubicBezTo>
                    <a:pt x="1627" y="362"/>
                    <a:pt x="1266" y="1"/>
                    <a:pt x="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45"/>
            <p:cNvSpPr/>
            <p:nvPr/>
          </p:nvSpPr>
          <p:spPr>
            <a:xfrm>
              <a:off x="6362225" y="3131125"/>
              <a:ext cx="26225" cy="25950"/>
            </a:xfrm>
            <a:custGeom>
              <a:rect b="b" l="l" r="r" t="t"/>
              <a:pathLst>
                <a:path extrusionOk="0" h="1038" w="1049">
                  <a:moveTo>
                    <a:pt x="531" y="1"/>
                  </a:moveTo>
                  <a:cubicBezTo>
                    <a:pt x="242" y="1"/>
                    <a:pt x="1" y="230"/>
                    <a:pt x="1" y="519"/>
                  </a:cubicBezTo>
                  <a:cubicBezTo>
                    <a:pt x="1" y="808"/>
                    <a:pt x="242" y="1037"/>
                    <a:pt x="531" y="1037"/>
                  </a:cubicBezTo>
                  <a:cubicBezTo>
                    <a:pt x="820" y="1037"/>
                    <a:pt x="1049" y="808"/>
                    <a:pt x="1049" y="519"/>
                  </a:cubicBezTo>
                  <a:cubicBezTo>
                    <a:pt x="1049" y="230"/>
                    <a:pt x="820" y="1"/>
                    <a:pt x="5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45"/>
            <p:cNvSpPr/>
            <p:nvPr/>
          </p:nvSpPr>
          <p:spPr>
            <a:xfrm>
              <a:off x="6272175" y="3184450"/>
              <a:ext cx="63875" cy="63875"/>
            </a:xfrm>
            <a:custGeom>
              <a:rect b="b" l="l" r="r" t="t"/>
              <a:pathLst>
                <a:path extrusionOk="0" h="2555" w="2555">
                  <a:moveTo>
                    <a:pt x="1277" y="0"/>
                  </a:moveTo>
                  <a:cubicBezTo>
                    <a:pt x="578" y="0"/>
                    <a:pt x="0" y="579"/>
                    <a:pt x="0" y="1278"/>
                  </a:cubicBezTo>
                  <a:cubicBezTo>
                    <a:pt x="0" y="1976"/>
                    <a:pt x="578" y="2555"/>
                    <a:pt x="1277" y="2555"/>
                  </a:cubicBezTo>
                  <a:cubicBezTo>
                    <a:pt x="1976" y="2555"/>
                    <a:pt x="2554" y="1976"/>
                    <a:pt x="2554" y="1278"/>
                  </a:cubicBezTo>
                  <a:cubicBezTo>
                    <a:pt x="2554" y="579"/>
                    <a:pt x="1976" y="0"/>
                    <a:pt x="12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45"/>
            <p:cNvSpPr/>
            <p:nvPr/>
          </p:nvSpPr>
          <p:spPr>
            <a:xfrm>
              <a:off x="6274575" y="3186550"/>
              <a:ext cx="59375" cy="59375"/>
            </a:xfrm>
            <a:custGeom>
              <a:rect b="b" l="l" r="r" t="t"/>
              <a:pathLst>
                <a:path extrusionOk="0" h="2375" w="2375">
                  <a:moveTo>
                    <a:pt x="1181" y="1"/>
                  </a:moveTo>
                  <a:cubicBezTo>
                    <a:pt x="531" y="1"/>
                    <a:pt x="1" y="531"/>
                    <a:pt x="1" y="1194"/>
                  </a:cubicBezTo>
                  <a:cubicBezTo>
                    <a:pt x="1" y="1844"/>
                    <a:pt x="531" y="2374"/>
                    <a:pt x="1181" y="2374"/>
                  </a:cubicBezTo>
                  <a:cubicBezTo>
                    <a:pt x="1832" y="2374"/>
                    <a:pt x="2374" y="1844"/>
                    <a:pt x="2374" y="1194"/>
                  </a:cubicBezTo>
                  <a:cubicBezTo>
                    <a:pt x="2374" y="531"/>
                    <a:pt x="1832" y="1"/>
                    <a:pt x="11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45"/>
            <p:cNvSpPr/>
            <p:nvPr/>
          </p:nvSpPr>
          <p:spPr>
            <a:xfrm>
              <a:off x="6283925" y="3195900"/>
              <a:ext cx="40675" cy="40675"/>
            </a:xfrm>
            <a:custGeom>
              <a:rect b="b" l="l" r="r" t="t"/>
              <a:pathLst>
                <a:path extrusionOk="0" h="1627" w="1627">
                  <a:moveTo>
                    <a:pt x="807" y="0"/>
                  </a:moveTo>
                  <a:cubicBezTo>
                    <a:pt x="361" y="0"/>
                    <a:pt x="0" y="374"/>
                    <a:pt x="0" y="820"/>
                  </a:cubicBezTo>
                  <a:cubicBezTo>
                    <a:pt x="0" y="1265"/>
                    <a:pt x="361" y="1627"/>
                    <a:pt x="807" y="1627"/>
                  </a:cubicBezTo>
                  <a:cubicBezTo>
                    <a:pt x="1253" y="1627"/>
                    <a:pt x="1627" y="1265"/>
                    <a:pt x="1627" y="820"/>
                  </a:cubicBezTo>
                  <a:cubicBezTo>
                    <a:pt x="1627" y="374"/>
                    <a:pt x="1253" y="0"/>
                    <a:pt x="8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45"/>
            <p:cNvSpPr/>
            <p:nvPr/>
          </p:nvSpPr>
          <p:spPr>
            <a:xfrm>
              <a:off x="6291150" y="3203125"/>
              <a:ext cx="25925" cy="26225"/>
            </a:xfrm>
            <a:custGeom>
              <a:rect b="b" l="l" r="r" t="t"/>
              <a:pathLst>
                <a:path extrusionOk="0" h="1049" w="1037">
                  <a:moveTo>
                    <a:pt x="518" y="0"/>
                  </a:moveTo>
                  <a:cubicBezTo>
                    <a:pt x="229" y="0"/>
                    <a:pt x="0" y="241"/>
                    <a:pt x="0" y="531"/>
                  </a:cubicBezTo>
                  <a:cubicBezTo>
                    <a:pt x="0" y="820"/>
                    <a:pt x="229" y="1049"/>
                    <a:pt x="518" y="1049"/>
                  </a:cubicBezTo>
                  <a:cubicBezTo>
                    <a:pt x="807" y="1049"/>
                    <a:pt x="1036" y="820"/>
                    <a:pt x="1036" y="531"/>
                  </a:cubicBezTo>
                  <a:cubicBezTo>
                    <a:pt x="1036" y="241"/>
                    <a:pt x="807" y="0"/>
                    <a:pt x="5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45"/>
            <p:cNvSpPr/>
            <p:nvPr/>
          </p:nvSpPr>
          <p:spPr>
            <a:xfrm>
              <a:off x="6342950" y="3184450"/>
              <a:ext cx="64175" cy="63575"/>
            </a:xfrm>
            <a:custGeom>
              <a:rect b="b" l="l" r="r" t="t"/>
              <a:pathLst>
                <a:path extrusionOk="0" h="2543" w="2567">
                  <a:moveTo>
                    <a:pt x="1280" y="0"/>
                  </a:moveTo>
                  <a:cubicBezTo>
                    <a:pt x="579" y="0"/>
                    <a:pt x="13" y="562"/>
                    <a:pt x="13" y="1254"/>
                  </a:cubicBezTo>
                  <a:cubicBezTo>
                    <a:pt x="1" y="1952"/>
                    <a:pt x="567" y="2531"/>
                    <a:pt x="1266" y="2543"/>
                  </a:cubicBezTo>
                  <a:cubicBezTo>
                    <a:pt x="1273" y="2543"/>
                    <a:pt x="1280" y="2543"/>
                    <a:pt x="1288" y="2543"/>
                  </a:cubicBezTo>
                  <a:cubicBezTo>
                    <a:pt x="1977" y="2543"/>
                    <a:pt x="2543" y="1981"/>
                    <a:pt x="2555" y="1290"/>
                  </a:cubicBezTo>
                  <a:cubicBezTo>
                    <a:pt x="2567" y="579"/>
                    <a:pt x="2001" y="13"/>
                    <a:pt x="1302" y="0"/>
                  </a:cubicBezTo>
                  <a:cubicBezTo>
                    <a:pt x="1294" y="0"/>
                    <a:pt x="1287" y="0"/>
                    <a:pt x="12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45"/>
            <p:cNvSpPr/>
            <p:nvPr/>
          </p:nvSpPr>
          <p:spPr>
            <a:xfrm>
              <a:off x="6345675" y="3186550"/>
              <a:ext cx="59350" cy="59375"/>
            </a:xfrm>
            <a:custGeom>
              <a:rect b="b" l="l" r="r" t="t"/>
              <a:pathLst>
                <a:path extrusionOk="0" h="2375" w="2374">
                  <a:moveTo>
                    <a:pt x="1193" y="1"/>
                  </a:moveTo>
                  <a:cubicBezTo>
                    <a:pt x="530" y="1"/>
                    <a:pt x="0" y="531"/>
                    <a:pt x="0" y="1194"/>
                  </a:cubicBezTo>
                  <a:cubicBezTo>
                    <a:pt x="0" y="1844"/>
                    <a:pt x="530" y="2374"/>
                    <a:pt x="1193" y="2374"/>
                  </a:cubicBezTo>
                  <a:cubicBezTo>
                    <a:pt x="1844" y="2374"/>
                    <a:pt x="2374" y="1844"/>
                    <a:pt x="2374" y="1194"/>
                  </a:cubicBezTo>
                  <a:cubicBezTo>
                    <a:pt x="2374" y="531"/>
                    <a:pt x="1844" y="1"/>
                    <a:pt x="11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45"/>
            <p:cNvSpPr/>
            <p:nvPr/>
          </p:nvSpPr>
          <p:spPr>
            <a:xfrm>
              <a:off x="6355000" y="3195900"/>
              <a:ext cx="40700" cy="40675"/>
            </a:xfrm>
            <a:custGeom>
              <a:rect b="b" l="l" r="r" t="t"/>
              <a:pathLst>
                <a:path extrusionOk="0" h="1627" w="1628">
                  <a:moveTo>
                    <a:pt x="820" y="0"/>
                  </a:moveTo>
                  <a:cubicBezTo>
                    <a:pt x="362" y="0"/>
                    <a:pt x="1" y="362"/>
                    <a:pt x="1" y="820"/>
                  </a:cubicBezTo>
                  <a:cubicBezTo>
                    <a:pt x="1" y="1265"/>
                    <a:pt x="362" y="1627"/>
                    <a:pt x="820" y="1627"/>
                  </a:cubicBezTo>
                  <a:cubicBezTo>
                    <a:pt x="1266" y="1627"/>
                    <a:pt x="1627" y="1265"/>
                    <a:pt x="1627" y="820"/>
                  </a:cubicBezTo>
                  <a:cubicBezTo>
                    <a:pt x="1627" y="362"/>
                    <a:pt x="1266" y="0"/>
                    <a:pt x="8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45"/>
            <p:cNvSpPr/>
            <p:nvPr/>
          </p:nvSpPr>
          <p:spPr>
            <a:xfrm>
              <a:off x="6362225" y="3203125"/>
              <a:ext cx="26225" cy="26225"/>
            </a:xfrm>
            <a:custGeom>
              <a:rect b="b" l="l" r="r" t="t"/>
              <a:pathLst>
                <a:path extrusionOk="0" h="1049" w="1049">
                  <a:moveTo>
                    <a:pt x="531" y="0"/>
                  </a:moveTo>
                  <a:cubicBezTo>
                    <a:pt x="242" y="0"/>
                    <a:pt x="1" y="241"/>
                    <a:pt x="1" y="531"/>
                  </a:cubicBezTo>
                  <a:cubicBezTo>
                    <a:pt x="1" y="820"/>
                    <a:pt x="242" y="1049"/>
                    <a:pt x="531" y="1049"/>
                  </a:cubicBezTo>
                  <a:cubicBezTo>
                    <a:pt x="820" y="1049"/>
                    <a:pt x="1049" y="820"/>
                    <a:pt x="1049" y="531"/>
                  </a:cubicBezTo>
                  <a:cubicBezTo>
                    <a:pt x="1049" y="241"/>
                    <a:pt x="820" y="0"/>
                    <a:pt x="5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45"/>
            <p:cNvSpPr/>
            <p:nvPr/>
          </p:nvSpPr>
          <p:spPr>
            <a:xfrm>
              <a:off x="6152275" y="3133250"/>
              <a:ext cx="78350" cy="27725"/>
            </a:xfrm>
            <a:custGeom>
              <a:rect b="b" l="l" r="r" t="t"/>
              <a:pathLst>
                <a:path extrusionOk="0" h="1109" w="3134">
                  <a:moveTo>
                    <a:pt x="555" y="0"/>
                  </a:moveTo>
                  <a:cubicBezTo>
                    <a:pt x="254" y="0"/>
                    <a:pt x="1" y="253"/>
                    <a:pt x="1" y="554"/>
                  </a:cubicBezTo>
                  <a:cubicBezTo>
                    <a:pt x="1" y="856"/>
                    <a:pt x="254" y="1109"/>
                    <a:pt x="555" y="1109"/>
                  </a:cubicBezTo>
                  <a:lnTo>
                    <a:pt x="2591" y="1109"/>
                  </a:lnTo>
                  <a:cubicBezTo>
                    <a:pt x="2892" y="1109"/>
                    <a:pt x="3133" y="856"/>
                    <a:pt x="3133" y="554"/>
                  </a:cubicBezTo>
                  <a:cubicBezTo>
                    <a:pt x="3133" y="253"/>
                    <a:pt x="2892" y="0"/>
                    <a:pt x="25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45"/>
            <p:cNvSpPr/>
            <p:nvPr/>
          </p:nvSpPr>
          <p:spPr>
            <a:xfrm>
              <a:off x="6157400" y="3138375"/>
              <a:ext cx="68100" cy="17475"/>
            </a:xfrm>
            <a:custGeom>
              <a:rect b="b" l="l" r="r" t="t"/>
              <a:pathLst>
                <a:path extrusionOk="0" h="699" w="2724">
                  <a:moveTo>
                    <a:pt x="350" y="0"/>
                  </a:moveTo>
                  <a:cubicBezTo>
                    <a:pt x="157" y="0"/>
                    <a:pt x="1" y="157"/>
                    <a:pt x="1" y="349"/>
                  </a:cubicBezTo>
                  <a:cubicBezTo>
                    <a:pt x="1" y="542"/>
                    <a:pt x="157" y="699"/>
                    <a:pt x="350" y="699"/>
                  </a:cubicBezTo>
                  <a:lnTo>
                    <a:pt x="2386" y="699"/>
                  </a:lnTo>
                  <a:cubicBezTo>
                    <a:pt x="2579" y="699"/>
                    <a:pt x="2724" y="542"/>
                    <a:pt x="2724" y="349"/>
                  </a:cubicBezTo>
                  <a:cubicBezTo>
                    <a:pt x="2724" y="157"/>
                    <a:pt x="2579" y="0"/>
                    <a:pt x="23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45"/>
            <p:cNvSpPr/>
            <p:nvPr/>
          </p:nvSpPr>
          <p:spPr>
            <a:xfrm>
              <a:off x="6152275" y="3169400"/>
              <a:ext cx="78350" cy="27425"/>
            </a:xfrm>
            <a:custGeom>
              <a:rect b="b" l="l" r="r" t="t"/>
              <a:pathLst>
                <a:path extrusionOk="0" h="1097" w="3134">
                  <a:moveTo>
                    <a:pt x="555" y="0"/>
                  </a:moveTo>
                  <a:cubicBezTo>
                    <a:pt x="254" y="0"/>
                    <a:pt x="1" y="241"/>
                    <a:pt x="1" y="554"/>
                  </a:cubicBezTo>
                  <a:cubicBezTo>
                    <a:pt x="1" y="855"/>
                    <a:pt x="254" y="1096"/>
                    <a:pt x="555" y="1096"/>
                  </a:cubicBezTo>
                  <a:lnTo>
                    <a:pt x="2591" y="1096"/>
                  </a:lnTo>
                  <a:cubicBezTo>
                    <a:pt x="2892" y="1096"/>
                    <a:pt x="3133" y="855"/>
                    <a:pt x="3133" y="554"/>
                  </a:cubicBezTo>
                  <a:cubicBezTo>
                    <a:pt x="3133" y="241"/>
                    <a:pt x="2892" y="0"/>
                    <a:pt x="25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45"/>
            <p:cNvSpPr/>
            <p:nvPr/>
          </p:nvSpPr>
          <p:spPr>
            <a:xfrm>
              <a:off x="6157400" y="3174500"/>
              <a:ext cx="68100" cy="17200"/>
            </a:xfrm>
            <a:custGeom>
              <a:rect b="b" l="l" r="r" t="t"/>
              <a:pathLst>
                <a:path extrusionOk="0" h="688" w="2724">
                  <a:moveTo>
                    <a:pt x="350" y="1"/>
                  </a:moveTo>
                  <a:cubicBezTo>
                    <a:pt x="157" y="1"/>
                    <a:pt x="1" y="157"/>
                    <a:pt x="1" y="338"/>
                  </a:cubicBezTo>
                  <a:cubicBezTo>
                    <a:pt x="1" y="531"/>
                    <a:pt x="157" y="688"/>
                    <a:pt x="350" y="688"/>
                  </a:cubicBezTo>
                  <a:lnTo>
                    <a:pt x="2386" y="688"/>
                  </a:lnTo>
                  <a:cubicBezTo>
                    <a:pt x="2579" y="688"/>
                    <a:pt x="2724" y="531"/>
                    <a:pt x="2724" y="338"/>
                  </a:cubicBezTo>
                  <a:cubicBezTo>
                    <a:pt x="2724" y="157"/>
                    <a:pt x="2579" y="1"/>
                    <a:pt x="23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420" name="Google Shape;2420;p45"/>
          <p:cNvCxnSpPr/>
          <p:nvPr/>
        </p:nvCxnSpPr>
        <p:spPr>
          <a:xfrm flipH="1" rot="10800000">
            <a:off x="2146325" y="1724650"/>
            <a:ext cx="776100" cy="4290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round/>
            <a:headEnd len="med" w="med" type="diamond"/>
            <a:tailEnd len="med" w="med" type="none"/>
          </a:ln>
        </p:spPr>
      </p:cxnSp>
      <p:cxnSp>
        <p:nvCxnSpPr>
          <p:cNvPr id="2421" name="Google Shape;2421;p45"/>
          <p:cNvCxnSpPr/>
          <p:nvPr/>
        </p:nvCxnSpPr>
        <p:spPr>
          <a:xfrm>
            <a:off x="2130568" y="3158703"/>
            <a:ext cx="807600" cy="6006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round/>
            <a:headEnd len="med" w="med" type="diamond"/>
            <a:tailEnd len="med" w="med" type="none"/>
          </a:ln>
        </p:spPr>
      </p:cxnSp>
      <p:sp>
        <p:nvSpPr>
          <p:cNvPr id="2422" name="Google Shape;2422;p45"/>
          <p:cNvSpPr txBox="1"/>
          <p:nvPr>
            <p:ph idx="4294967295" type="subTitle"/>
          </p:nvPr>
        </p:nvSpPr>
        <p:spPr>
          <a:xfrm>
            <a:off x="668011" y="2215650"/>
            <a:ext cx="1190400" cy="466500"/>
          </a:xfrm>
          <a:prstGeom prst="rect">
            <a:avLst/>
          </a:prstGeom>
        </p:spPr>
        <p:txBody>
          <a:bodyPr anchorCtr="0" anchor="b" bIns="56325" lIns="56325" spcFirstLastPara="1" rIns="56325" wrap="square" tIns="56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9">
                <a:latin typeface="Press Start 2P"/>
                <a:ea typeface="Press Start 2P"/>
                <a:cs typeface="Press Start 2P"/>
                <a:sym typeface="Press Start 2P"/>
              </a:rPr>
              <a:t>Deployment</a:t>
            </a:r>
            <a:endParaRPr sz="809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cxnSp>
        <p:nvCxnSpPr>
          <p:cNvPr id="2423" name="Google Shape;2423;p45"/>
          <p:cNvCxnSpPr/>
          <p:nvPr/>
        </p:nvCxnSpPr>
        <p:spPr>
          <a:xfrm flipH="1" rot="10800000">
            <a:off x="2108975" y="2440350"/>
            <a:ext cx="891300" cy="171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round/>
            <a:headEnd len="med" w="med" type="diamond"/>
            <a:tailEnd len="med" w="med" type="none"/>
          </a:ln>
        </p:spPr>
      </p:cxnSp>
      <p:cxnSp>
        <p:nvCxnSpPr>
          <p:cNvPr id="2424" name="Google Shape;2424;p45"/>
          <p:cNvCxnSpPr/>
          <p:nvPr/>
        </p:nvCxnSpPr>
        <p:spPr>
          <a:xfrm>
            <a:off x="2130568" y="2827028"/>
            <a:ext cx="754500" cy="3447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round/>
            <a:headEnd len="med" w="med" type="diamond"/>
            <a:tailEnd len="med" w="med" type="none"/>
          </a:ln>
        </p:spPr>
      </p:cxnSp>
      <p:sp>
        <p:nvSpPr>
          <p:cNvPr id="2425" name="Google Shape;2425;p45"/>
          <p:cNvSpPr/>
          <p:nvPr/>
        </p:nvSpPr>
        <p:spPr>
          <a:xfrm>
            <a:off x="2885075" y="1455725"/>
            <a:ext cx="1104900" cy="493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Speed</a:t>
            </a:r>
            <a:endParaRPr sz="1800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2426" name="Google Shape;2426;p45"/>
          <p:cNvSpPr/>
          <p:nvPr/>
        </p:nvSpPr>
        <p:spPr>
          <a:xfrm>
            <a:off x="2885075" y="2141375"/>
            <a:ext cx="1104900" cy="493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Consistency</a:t>
            </a:r>
            <a:endParaRPr sz="1500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2427" name="Google Shape;2427;p45"/>
          <p:cNvSpPr/>
          <p:nvPr/>
        </p:nvSpPr>
        <p:spPr>
          <a:xfrm>
            <a:off x="2885075" y="2904900"/>
            <a:ext cx="1104900" cy="493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Insight</a:t>
            </a:r>
            <a:endParaRPr sz="1600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2428" name="Google Shape;2428;p45"/>
          <p:cNvSpPr/>
          <p:nvPr/>
        </p:nvSpPr>
        <p:spPr>
          <a:xfrm>
            <a:off x="2885076" y="3541300"/>
            <a:ext cx="1104900" cy="493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Evolution</a:t>
            </a:r>
            <a:endParaRPr sz="700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2429" name="Google Shape;2429;p45"/>
          <p:cNvSpPr txBox="1"/>
          <p:nvPr/>
        </p:nvSpPr>
        <p:spPr>
          <a:xfrm>
            <a:off x="4042950" y="2851650"/>
            <a:ext cx="372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Moves away from guesswork toward analytics</a:t>
            </a:r>
            <a:endParaRPr sz="1200"/>
          </a:p>
        </p:txBody>
      </p:sp>
      <p:sp>
        <p:nvSpPr>
          <p:cNvPr id="2430" name="Google Shape;2430;p45"/>
          <p:cNvSpPr txBox="1"/>
          <p:nvPr/>
        </p:nvSpPr>
        <p:spPr>
          <a:xfrm>
            <a:off x="4042950" y="3491650"/>
            <a:ext cx="34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Model will be regularly retrained with new Steam data to adapt to market trends and 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new games</a:t>
            </a:r>
            <a:endParaRPr sz="1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4" name="Shape 2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5" name="Google Shape;2435;p46"/>
          <p:cNvSpPr txBox="1"/>
          <p:nvPr>
            <p:ph type="title"/>
          </p:nvPr>
        </p:nvSpPr>
        <p:spPr>
          <a:xfrm>
            <a:off x="720000" y="655775"/>
            <a:ext cx="65697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Deployment Considerations</a:t>
            </a:r>
            <a:endParaRPr sz="1800"/>
          </a:p>
        </p:txBody>
      </p:sp>
      <p:grpSp>
        <p:nvGrpSpPr>
          <p:cNvPr id="2436" name="Google Shape;2436;p46"/>
          <p:cNvGrpSpPr/>
          <p:nvPr/>
        </p:nvGrpSpPr>
        <p:grpSpPr>
          <a:xfrm>
            <a:off x="8280450" y="1473987"/>
            <a:ext cx="406500" cy="322800"/>
            <a:chOff x="8280450" y="1473987"/>
            <a:chExt cx="406500" cy="322800"/>
          </a:xfrm>
        </p:grpSpPr>
        <p:sp>
          <p:nvSpPr>
            <p:cNvPr id="2437" name="Google Shape;2437;p46">
              <a:hlinkClick action="ppaction://hlinksldjump" r:id="rId3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46">
              <a:hlinkClick action="ppaction://hlinksldjump" r:id="rId4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46">
              <a:hlinkClick action="ppaction://hlinksldjump" r:id="rId5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46">
              <a:hlinkClick action="ppaction://hlinksldjump" r:id="rId6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41" name="Google Shape;2441;p46"/>
          <p:cNvGrpSpPr/>
          <p:nvPr/>
        </p:nvGrpSpPr>
        <p:grpSpPr>
          <a:xfrm>
            <a:off x="8280450" y="3346713"/>
            <a:ext cx="406500" cy="322800"/>
            <a:chOff x="8280450" y="1473987"/>
            <a:chExt cx="406500" cy="322800"/>
          </a:xfrm>
        </p:grpSpPr>
        <p:sp>
          <p:nvSpPr>
            <p:cNvPr id="2442" name="Google Shape;2442;p46">
              <a:hlinkClick action="ppaction://hlinksldjump" r:id="rId7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46">
              <a:hlinkClick action="ppaction://hlinksldjump" r:id="rId8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46">
              <a:hlinkClick action="ppaction://hlinksldjump" r:id="rId9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46">
              <a:hlinkClick action="ppaction://hlinksldjump" r:id="rId10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46" name="Google Shape;2446;p46"/>
          <p:cNvGrpSpPr/>
          <p:nvPr/>
        </p:nvGrpSpPr>
        <p:grpSpPr>
          <a:xfrm>
            <a:off x="8065601" y="2153651"/>
            <a:ext cx="836197" cy="836197"/>
            <a:chOff x="8065601" y="2153651"/>
            <a:chExt cx="836197" cy="836197"/>
          </a:xfrm>
        </p:grpSpPr>
        <p:grpSp>
          <p:nvGrpSpPr>
            <p:cNvPr id="2447" name="Google Shape;2447;p46"/>
            <p:cNvGrpSpPr/>
            <p:nvPr/>
          </p:nvGrpSpPr>
          <p:grpSpPr>
            <a:xfrm>
              <a:off x="8065601" y="2153651"/>
              <a:ext cx="836197" cy="836197"/>
              <a:chOff x="1956755" y="2080370"/>
              <a:chExt cx="724106" cy="724106"/>
            </a:xfrm>
          </p:grpSpPr>
          <p:sp>
            <p:nvSpPr>
              <p:cNvPr id="2448" name="Google Shape;2448;p46"/>
              <p:cNvSpPr/>
              <p:nvPr/>
            </p:nvSpPr>
            <p:spPr>
              <a:xfrm>
                <a:off x="2118414" y="2080370"/>
                <a:ext cx="400804" cy="724106"/>
              </a:xfrm>
              <a:custGeom>
                <a:rect b="b" l="l" r="r" t="t"/>
                <a:pathLst>
                  <a:path extrusionOk="0" h="6326" w="2929">
                    <a:moveTo>
                      <a:pt x="1" y="0"/>
                    </a:moveTo>
                    <a:lnTo>
                      <a:pt x="133" y="3157"/>
                    </a:lnTo>
                    <a:lnTo>
                      <a:pt x="1" y="6326"/>
                    </a:lnTo>
                    <a:lnTo>
                      <a:pt x="2929" y="6326"/>
                    </a:lnTo>
                    <a:lnTo>
                      <a:pt x="2796" y="3157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9" name="Google Shape;2449;p46"/>
              <p:cNvSpPr/>
              <p:nvPr/>
            </p:nvSpPr>
            <p:spPr>
              <a:xfrm>
                <a:off x="1956755" y="2240509"/>
                <a:ext cx="724106" cy="403829"/>
              </a:xfrm>
              <a:custGeom>
                <a:rect b="b" l="l" r="r" t="t"/>
                <a:pathLst>
                  <a:path extrusionOk="0" h="2929" w="6326">
                    <a:moveTo>
                      <a:pt x="0" y="1"/>
                    </a:moveTo>
                    <a:lnTo>
                      <a:pt x="0" y="2929"/>
                    </a:lnTo>
                    <a:lnTo>
                      <a:pt x="3157" y="2796"/>
                    </a:lnTo>
                    <a:lnTo>
                      <a:pt x="6326" y="2929"/>
                    </a:lnTo>
                    <a:lnTo>
                      <a:pt x="6326" y="1"/>
                    </a:lnTo>
                    <a:lnTo>
                      <a:pt x="3157" y="1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450" name="Google Shape;2450;p46"/>
            <p:cNvSpPr/>
            <p:nvPr/>
          </p:nvSpPr>
          <p:spPr>
            <a:xfrm>
              <a:off x="8316010" y="2209691"/>
              <a:ext cx="335268" cy="724106"/>
            </a:xfrm>
            <a:custGeom>
              <a:rect b="b" l="l" r="r" t="t"/>
              <a:pathLst>
                <a:path extrusionOk="0" h="6326" w="2929">
                  <a:moveTo>
                    <a:pt x="1" y="0"/>
                  </a:moveTo>
                  <a:lnTo>
                    <a:pt x="133" y="3157"/>
                  </a:lnTo>
                  <a:lnTo>
                    <a:pt x="1" y="6326"/>
                  </a:lnTo>
                  <a:lnTo>
                    <a:pt x="2929" y="6326"/>
                  </a:lnTo>
                  <a:lnTo>
                    <a:pt x="2796" y="3157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46"/>
            <p:cNvSpPr/>
            <p:nvPr/>
          </p:nvSpPr>
          <p:spPr>
            <a:xfrm>
              <a:off x="8121649" y="2404052"/>
              <a:ext cx="724106" cy="335268"/>
            </a:xfrm>
            <a:custGeom>
              <a:rect b="b" l="l" r="r" t="t"/>
              <a:pathLst>
                <a:path extrusionOk="0" h="2929" w="6326">
                  <a:moveTo>
                    <a:pt x="0" y="1"/>
                  </a:moveTo>
                  <a:lnTo>
                    <a:pt x="0" y="2929"/>
                  </a:lnTo>
                  <a:lnTo>
                    <a:pt x="3157" y="2796"/>
                  </a:lnTo>
                  <a:lnTo>
                    <a:pt x="6326" y="2929"/>
                  </a:lnTo>
                  <a:lnTo>
                    <a:pt x="6326" y="1"/>
                  </a:lnTo>
                  <a:lnTo>
                    <a:pt x="3157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46">
              <a:hlinkClick action="ppaction://hlinkshowjump?jump=nextslide"/>
            </p:cNvPr>
            <p:cNvSpPr/>
            <p:nvPr/>
          </p:nvSpPr>
          <p:spPr>
            <a:xfrm>
              <a:off x="8700842" y="2499287"/>
              <a:ext cx="91114" cy="133924"/>
            </a:xfrm>
            <a:custGeom>
              <a:rect b="b" l="l" r="r" t="t"/>
              <a:pathLst>
                <a:path extrusionOk="0" h="1170" w="796">
                  <a:moveTo>
                    <a:pt x="1" y="0"/>
                  </a:moveTo>
                  <a:lnTo>
                    <a:pt x="1" y="1169"/>
                  </a:lnTo>
                  <a:lnTo>
                    <a:pt x="796" y="5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46">
              <a:hlinkClick action="ppaction://hlinkshowjump?jump=previousslide"/>
            </p:cNvPr>
            <p:cNvSpPr/>
            <p:nvPr/>
          </p:nvSpPr>
          <p:spPr>
            <a:xfrm>
              <a:off x="8179568" y="2499287"/>
              <a:ext cx="92488" cy="133924"/>
            </a:xfrm>
            <a:custGeom>
              <a:rect b="b" l="l" r="r" t="t"/>
              <a:pathLst>
                <a:path extrusionOk="0" h="1170" w="808">
                  <a:moveTo>
                    <a:pt x="807" y="0"/>
                  </a:moveTo>
                  <a:lnTo>
                    <a:pt x="0" y="579"/>
                  </a:lnTo>
                  <a:lnTo>
                    <a:pt x="807" y="1169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46"/>
            <p:cNvSpPr/>
            <p:nvPr/>
          </p:nvSpPr>
          <p:spPr>
            <a:xfrm>
              <a:off x="8416749" y="2504724"/>
              <a:ext cx="133904" cy="133925"/>
            </a:xfrm>
            <a:custGeom>
              <a:rect b="b" l="l" r="r" t="t"/>
              <a:pathLst>
                <a:path extrusionOk="0" h="1375" w="1375">
                  <a:moveTo>
                    <a:pt x="688" y="1"/>
                  </a:moveTo>
                  <a:cubicBezTo>
                    <a:pt x="314" y="1"/>
                    <a:pt x="1" y="314"/>
                    <a:pt x="1" y="688"/>
                  </a:cubicBezTo>
                  <a:cubicBezTo>
                    <a:pt x="1" y="1073"/>
                    <a:pt x="314" y="1374"/>
                    <a:pt x="688" y="1374"/>
                  </a:cubicBezTo>
                  <a:cubicBezTo>
                    <a:pt x="1073" y="1374"/>
                    <a:pt x="1374" y="1073"/>
                    <a:pt x="1374" y="688"/>
                  </a:cubicBezTo>
                  <a:cubicBezTo>
                    <a:pt x="1374" y="314"/>
                    <a:pt x="1073" y="1"/>
                    <a:pt x="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55" name="Google Shape;2455;p46"/>
            <p:cNvGrpSpPr/>
            <p:nvPr/>
          </p:nvGrpSpPr>
          <p:grpSpPr>
            <a:xfrm>
              <a:off x="8411245" y="2263375"/>
              <a:ext cx="133810" cy="611129"/>
              <a:chOff x="2246360" y="2134049"/>
              <a:chExt cx="133810" cy="611129"/>
            </a:xfrm>
          </p:grpSpPr>
          <p:sp>
            <p:nvSpPr>
              <p:cNvPr id="2456" name="Google Shape;2456;p46"/>
              <p:cNvSpPr/>
              <p:nvPr/>
            </p:nvSpPr>
            <p:spPr>
              <a:xfrm>
                <a:off x="2246360" y="2134049"/>
                <a:ext cx="133810" cy="91229"/>
              </a:xfrm>
              <a:custGeom>
                <a:rect b="b" l="l" r="r" t="t"/>
                <a:pathLst>
                  <a:path extrusionOk="0" h="797" w="1169">
                    <a:moveTo>
                      <a:pt x="579" y="1"/>
                    </a:moveTo>
                    <a:lnTo>
                      <a:pt x="0" y="796"/>
                    </a:lnTo>
                    <a:lnTo>
                      <a:pt x="1169" y="796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7" name="Google Shape;2457;p46"/>
              <p:cNvSpPr/>
              <p:nvPr/>
            </p:nvSpPr>
            <p:spPr>
              <a:xfrm>
                <a:off x="2246360" y="2654063"/>
                <a:ext cx="133810" cy="91114"/>
              </a:xfrm>
              <a:custGeom>
                <a:rect b="b" l="l" r="r" t="t"/>
                <a:pathLst>
                  <a:path extrusionOk="0" h="796" w="1169">
                    <a:moveTo>
                      <a:pt x="0" y="0"/>
                    </a:moveTo>
                    <a:lnTo>
                      <a:pt x="579" y="796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458" name="Google Shape;2458;p46"/>
          <p:cNvSpPr txBox="1"/>
          <p:nvPr/>
        </p:nvSpPr>
        <p:spPr>
          <a:xfrm>
            <a:off x="720000" y="2571750"/>
            <a:ext cx="30861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Data Quality is Crucial:</a:t>
            </a:r>
            <a:r>
              <a:rPr lang="en" sz="1000"/>
              <a:t> The model's accuracy depends on complete input. Missing information like pricing or media can weaken its predictions.</a:t>
            </a:r>
            <a:endParaRPr sz="1000"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Regular Maintenance:</a:t>
            </a:r>
            <a:r>
              <a:rPr lang="en" sz="1000"/>
              <a:t> The gaming landscape changes fast. The model needs frequent updates to recognize new genres and trends.</a:t>
            </a:r>
            <a:endParaRPr sz="1000"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User Trust &amp; Transparency:</a:t>
            </a:r>
            <a:r>
              <a:rPr lang="en" sz="1000"/>
              <a:t> The tool must be easy to use and understand. It should clearly explain </a:t>
            </a:r>
            <a:r>
              <a:rPr i="1" lang="en" sz="1000"/>
              <a:t>which features</a:t>
            </a:r>
            <a:r>
              <a:rPr lang="en" sz="1000"/>
              <a:t> influenced its recommendations to build developer confidence.</a:t>
            </a:r>
            <a:endParaRPr sz="1000"/>
          </a:p>
        </p:txBody>
      </p:sp>
      <p:sp>
        <p:nvSpPr>
          <p:cNvPr id="2459" name="Google Shape;2459;p46"/>
          <p:cNvSpPr txBox="1"/>
          <p:nvPr>
            <p:ph idx="4294967295" type="title"/>
          </p:nvPr>
        </p:nvSpPr>
        <p:spPr>
          <a:xfrm>
            <a:off x="720000" y="1300475"/>
            <a:ext cx="3086100" cy="11877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182875" spcFirstLastPara="1" rIns="182875" wrap="square" tIns="19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Practical Challenges</a:t>
            </a:r>
            <a:endParaRPr sz="1700"/>
          </a:p>
        </p:txBody>
      </p:sp>
      <p:sp>
        <p:nvSpPr>
          <p:cNvPr id="2460" name="Google Shape;2460;p46"/>
          <p:cNvSpPr txBox="1"/>
          <p:nvPr>
            <p:ph idx="4294967295" type="title"/>
          </p:nvPr>
        </p:nvSpPr>
        <p:spPr>
          <a:xfrm flipH="1">
            <a:off x="4203600" y="1300475"/>
            <a:ext cx="3086100" cy="1187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182875" spcFirstLastPara="1" rIns="182875" wrap="square" tIns="19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Ethical </a:t>
            </a:r>
            <a:r>
              <a:rPr lang="en" sz="1700"/>
              <a:t>Guidelines</a:t>
            </a:r>
            <a:endParaRPr sz="1700"/>
          </a:p>
        </p:txBody>
      </p:sp>
      <p:sp>
        <p:nvSpPr>
          <p:cNvPr id="2461" name="Google Shape;2461;p46"/>
          <p:cNvSpPr txBox="1"/>
          <p:nvPr/>
        </p:nvSpPr>
        <p:spPr>
          <a:xfrm>
            <a:off x="4203600" y="2571750"/>
            <a:ext cx="30861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Human in the Loop:</a:t>
            </a:r>
            <a:r>
              <a:rPr lang="en" sz="1100"/>
              <a:t> This is a support tool, not a final decision-maker. Developers must always review and approve its suggestions.</a:t>
            </a:r>
            <a:endParaRPr sz="1100"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Bias Awareness:</a:t>
            </a:r>
            <a:r>
              <a:rPr lang="en" sz="1100"/>
              <a:t> The model learns from existing data and may favor popular genres. Results for niche games must be reviewed with extra care.</a:t>
            </a:r>
            <a:endParaRPr sz="1100"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Data Integrity:</a:t>
            </a:r>
            <a:r>
              <a:rPr lang="en" sz="1100"/>
              <a:t> All training data is from publicly available Steam metadata, ensuring no privacy or ethical conflicts.</a:t>
            </a:r>
            <a:endParaRPr sz="1100"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5" name="Shape 2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6" name="Google Shape;2466;p47"/>
          <p:cNvSpPr txBox="1"/>
          <p:nvPr>
            <p:ph type="title"/>
          </p:nvPr>
        </p:nvSpPr>
        <p:spPr>
          <a:xfrm>
            <a:off x="720000" y="778450"/>
            <a:ext cx="65697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Mitigation</a:t>
            </a:r>
            <a:endParaRPr/>
          </a:p>
        </p:txBody>
      </p:sp>
      <p:grpSp>
        <p:nvGrpSpPr>
          <p:cNvPr id="2467" name="Google Shape;2467;p47"/>
          <p:cNvGrpSpPr/>
          <p:nvPr/>
        </p:nvGrpSpPr>
        <p:grpSpPr>
          <a:xfrm>
            <a:off x="8280450" y="1473987"/>
            <a:ext cx="406500" cy="322800"/>
            <a:chOff x="8280450" y="1473987"/>
            <a:chExt cx="406500" cy="322800"/>
          </a:xfrm>
        </p:grpSpPr>
        <p:sp>
          <p:nvSpPr>
            <p:cNvPr id="2468" name="Google Shape;2468;p47">
              <a:hlinkClick action="ppaction://hlinksldjump" r:id="rId3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47">
              <a:hlinkClick action="ppaction://hlinksldjump" r:id="rId4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47">
              <a:hlinkClick action="ppaction://hlinksldjump" r:id="rId5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47">
              <a:hlinkClick action="ppaction://hlinksldjump" r:id="rId6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72" name="Google Shape;2472;p47"/>
          <p:cNvGrpSpPr/>
          <p:nvPr/>
        </p:nvGrpSpPr>
        <p:grpSpPr>
          <a:xfrm>
            <a:off x="8280450" y="3346713"/>
            <a:ext cx="406500" cy="322800"/>
            <a:chOff x="8280450" y="1473987"/>
            <a:chExt cx="406500" cy="322800"/>
          </a:xfrm>
        </p:grpSpPr>
        <p:sp>
          <p:nvSpPr>
            <p:cNvPr id="2473" name="Google Shape;2473;p47">
              <a:hlinkClick action="ppaction://hlinksldjump" r:id="rId7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47">
              <a:hlinkClick action="ppaction://hlinksldjump" r:id="rId8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47">
              <a:hlinkClick action="ppaction://hlinksldjump" r:id="rId9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47">
              <a:hlinkClick action="ppaction://hlinksldjump" r:id="rId10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77" name="Google Shape;2477;p47"/>
          <p:cNvGrpSpPr/>
          <p:nvPr/>
        </p:nvGrpSpPr>
        <p:grpSpPr>
          <a:xfrm>
            <a:off x="8065601" y="2153651"/>
            <a:ext cx="836197" cy="836197"/>
            <a:chOff x="8065601" y="2153651"/>
            <a:chExt cx="836197" cy="836197"/>
          </a:xfrm>
        </p:grpSpPr>
        <p:grpSp>
          <p:nvGrpSpPr>
            <p:cNvPr id="2478" name="Google Shape;2478;p47"/>
            <p:cNvGrpSpPr/>
            <p:nvPr/>
          </p:nvGrpSpPr>
          <p:grpSpPr>
            <a:xfrm>
              <a:off x="8065601" y="2153651"/>
              <a:ext cx="836197" cy="836197"/>
              <a:chOff x="1956755" y="2080370"/>
              <a:chExt cx="724106" cy="724106"/>
            </a:xfrm>
          </p:grpSpPr>
          <p:sp>
            <p:nvSpPr>
              <p:cNvPr id="2479" name="Google Shape;2479;p47"/>
              <p:cNvSpPr/>
              <p:nvPr/>
            </p:nvSpPr>
            <p:spPr>
              <a:xfrm>
                <a:off x="2118414" y="2080370"/>
                <a:ext cx="400804" cy="724106"/>
              </a:xfrm>
              <a:custGeom>
                <a:rect b="b" l="l" r="r" t="t"/>
                <a:pathLst>
                  <a:path extrusionOk="0" h="6326" w="2929">
                    <a:moveTo>
                      <a:pt x="1" y="0"/>
                    </a:moveTo>
                    <a:lnTo>
                      <a:pt x="133" y="3157"/>
                    </a:lnTo>
                    <a:lnTo>
                      <a:pt x="1" y="6326"/>
                    </a:lnTo>
                    <a:lnTo>
                      <a:pt x="2929" y="6326"/>
                    </a:lnTo>
                    <a:lnTo>
                      <a:pt x="2796" y="3157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0" name="Google Shape;2480;p47"/>
              <p:cNvSpPr/>
              <p:nvPr/>
            </p:nvSpPr>
            <p:spPr>
              <a:xfrm>
                <a:off x="1956755" y="2240509"/>
                <a:ext cx="724106" cy="403829"/>
              </a:xfrm>
              <a:custGeom>
                <a:rect b="b" l="l" r="r" t="t"/>
                <a:pathLst>
                  <a:path extrusionOk="0" h="2929" w="6326">
                    <a:moveTo>
                      <a:pt x="0" y="1"/>
                    </a:moveTo>
                    <a:lnTo>
                      <a:pt x="0" y="2929"/>
                    </a:lnTo>
                    <a:lnTo>
                      <a:pt x="3157" y="2796"/>
                    </a:lnTo>
                    <a:lnTo>
                      <a:pt x="6326" y="2929"/>
                    </a:lnTo>
                    <a:lnTo>
                      <a:pt x="6326" y="1"/>
                    </a:lnTo>
                    <a:lnTo>
                      <a:pt x="3157" y="1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481" name="Google Shape;2481;p47"/>
            <p:cNvSpPr/>
            <p:nvPr/>
          </p:nvSpPr>
          <p:spPr>
            <a:xfrm>
              <a:off x="8316010" y="2209691"/>
              <a:ext cx="335268" cy="724106"/>
            </a:xfrm>
            <a:custGeom>
              <a:rect b="b" l="l" r="r" t="t"/>
              <a:pathLst>
                <a:path extrusionOk="0" h="6326" w="2929">
                  <a:moveTo>
                    <a:pt x="1" y="0"/>
                  </a:moveTo>
                  <a:lnTo>
                    <a:pt x="133" y="3157"/>
                  </a:lnTo>
                  <a:lnTo>
                    <a:pt x="1" y="6326"/>
                  </a:lnTo>
                  <a:lnTo>
                    <a:pt x="2929" y="6326"/>
                  </a:lnTo>
                  <a:lnTo>
                    <a:pt x="2796" y="3157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47"/>
            <p:cNvSpPr/>
            <p:nvPr/>
          </p:nvSpPr>
          <p:spPr>
            <a:xfrm>
              <a:off x="8121649" y="2404052"/>
              <a:ext cx="724106" cy="335268"/>
            </a:xfrm>
            <a:custGeom>
              <a:rect b="b" l="l" r="r" t="t"/>
              <a:pathLst>
                <a:path extrusionOk="0" h="2929" w="6326">
                  <a:moveTo>
                    <a:pt x="0" y="1"/>
                  </a:moveTo>
                  <a:lnTo>
                    <a:pt x="0" y="2929"/>
                  </a:lnTo>
                  <a:lnTo>
                    <a:pt x="3157" y="2796"/>
                  </a:lnTo>
                  <a:lnTo>
                    <a:pt x="6326" y="2929"/>
                  </a:lnTo>
                  <a:lnTo>
                    <a:pt x="6326" y="1"/>
                  </a:lnTo>
                  <a:lnTo>
                    <a:pt x="3157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47">
              <a:hlinkClick action="ppaction://hlinkshowjump?jump=nextslide"/>
            </p:cNvPr>
            <p:cNvSpPr/>
            <p:nvPr/>
          </p:nvSpPr>
          <p:spPr>
            <a:xfrm>
              <a:off x="8700842" y="2499287"/>
              <a:ext cx="91114" cy="133924"/>
            </a:xfrm>
            <a:custGeom>
              <a:rect b="b" l="l" r="r" t="t"/>
              <a:pathLst>
                <a:path extrusionOk="0" h="1170" w="796">
                  <a:moveTo>
                    <a:pt x="1" y="0"/>
                  </a:moveTo>
                  <a:lnTo>
                    <a:pt x="1" y="1169"/>
                  </a:lnTo>
                  <a:lnTo>
                    <a:pt x="796" y="5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47">
              <a:hlinkClick action="ppaction://hlinkshowjump?jump=previousslide"/>
            </p:cNvPr>
            <p:cNvSpPr/>
            <p:nvPr/>
          </p:nvSpPr>
          <p:spPr>
            <a:xfrm>
              <a:off x="8179568" y="2499287"/>
              <a:ext cx="92488" cy="133924"/>
            </a:xfrm>
            <a:custGeom>
              <a:rect b="b" l="l" r="r" t="t"/>
              <a:pathLst>
                <a:path extrusionOk="0" h="1170" w="808">
                  <a:moveTo>
                    <a:pt x="807" y="0"/>
                  </a:moveTo>
                  <a:lnTo>
                    <a:pt x="0" y="579"/>
                  </a:lnTo>
                  <a:lnTo>
                    <a:pt x="807" y="1169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47"/>
            <p:cNvSpPr/>
            <p:nvPr/>
          </p:nvSpPr>
          <p:spPr>
            <a:xfrm>
              <a:off x="8416749" y="2504724"/>
              <a:ext cx="133904" cy="133925"/>
            </a:xfrm>
            <a:custGeom>
              <a:rect b="b" l="l" r="r" t="t"/>
              <a:pathLst>
                <a:path extrusionOk="0" h="1375" w="1375">
                  <a:moveTo>
                    <a:pt x="688" y="1"/>
                  </a:moveTo>
                  <a:cubicBezTo>
                    <a:pt x="314" y="1"/>
                    <a:pt x="1" y="314"/>
                    <a:pt x="1" y="688"/>
                  </a:cubicBezTo>
                  <a:cubicBezTo>
                    <a:pt x="1" y="1073"/>
                    <a:pt x="314" y="1374"/>
                    <a:pt x="688" y="1374"/>
                  </a:cubicBezTo>
                  <a:cubicBezTo>
                    <a:pt x="1073" y="1374"/>
                    <a:pt x="1374" y="1073"/>
                    <a:pt x="1374" y="688"/>
                  </a:cubicBezTo>
                  <a:cubicBezTo>
                    <a:pt x="1374" y="314"/>
                    <a:pt x="1073" y="1"/>
                    <a:pt x="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86" name="Google Shape;2486;p47"/>
            <p:cNvGrpSpPr/>
            <p:nvPr/>
          </p:nvGrpSpPr>
          <p:grpSpPr>
            <a:xfrm>
              <a:off x="8411245" y="2263375"/>
              <a:ext cx="133810" cy="611129"/>
              <a:chOff x="2246360" y="2134049"/>
              <a:chExt cx="133810" cy="611129"/>
            </a:xfrm>
          </p:grpSpPr>
          <p:sp>
            <p:nvSpPr>
              <p:cNvPr id="2487" name="Google Shape;2487;p47"/>
              <p:cNvSpPr/>
              <p:nvPr/>
            </p:nvSpPr>
            <p:spPr>
              <a:xfrm>
                <a:off x="2246360" y="2134049"/>
                <a:ext cx="133810" cy="91229"/>
              </a:xfrm>
              <a:custGeom>
                <a:rect b="b" l="l" r="r" t="t"/>
                <a:pathLst>
                  <a:path extrusionOk="0" h="797" w="1169">
                    <a:moveTo>
                      <a:pt x="579" y="1"/>
                    </a:moveTo>
                    <a:lnTo>
                      <a:pt x="0" y="796"/>
                    </a:lnTo>
                    <a:lnTo>
                      <a:pt x="1169" y="796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8" name="Google Shape;2488;p47"/>
              <p:cNvSpPr/>
              <p:nvPr/>
            </p:nvSpPr>
            <p:spPr>
              <a:xfrm>
                <a:off x="2246360" y="2654063"/>
                <a:ext cx="133810" cy="91114"/>
              </a:xfrm>
              <a:custGeom>
                <a:rect b="b" l="l" r="r" t="t"/>
                <a:pathLst>
                  <a:path extrusionOk="0" h="796" w="1169">
                    <a:moveTo>
                      <a:pt x="0" y="0"/>
                    </a:moveTo>
                    <a:lnTo>
                      <a:pt x="579" y="796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489" name="Google Shape;2489;p47"/>
          <p:cNvSpPr txBox="1"/>
          <p:nvPr>
            <p:ph idx="4294967295" type="subTitle"/>
          </p:nvPr>
        </p:nvSpPr>
        <p:spPr>
          <a:xfrm>
            <a:off x="4042950" y="1455650"/>
            <a:ext cx="3416400" cy="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Implement a schedule for regular model retraining using the latest game data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0" name="Google Shape;2490;p47"/>
          <p:cNvSpPr txBox="1"/>
          <p:nvPr>
            <p:ph idx="4294967295" type="subTitle"/>
          </p:nvPr>
        </p:nvSpPr>
        <p:spPr>
          <a:xfrm>
            <a:off x="4042950" y="2037450"/>
            <a:ext cx="3416400" cy="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Balance the training data during updates to give appropriate weight to both popular and niche genres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91" name="Google Shape;2491;p47"/>
          <p:cNvGrpSpPr/>
          <p:nvPr/>
        </p:nvGrpSpPr>
        <p:grpSpPr>
          <a:xfrm>
            <a:off x="477320" y="1949531"/>
            <a:ext cx="1571769" cy="1882077"/>
            <a:chOff x="5982400" y="2633825"/>
            <a:chExt cx="481975" cy="708800"/>
          </a:xfrm>
        </p:grpSpPr>
        <p:sp>
          <p:nvSpPr>
            <p:cNvPr id="2492" name="Google Shape;2492;p47"/>
            <p:cNvSpPr/>
            <p:nvPr/>
          </p:nvSpPr>
          <p:spPr>
            <a:xfrm>
              <a:off x="5982400" y="2633825"/>
              <a:ext cx="481975" cy="708800"/>
            </a:xfrm>
            <a:custGeom>
              <a:rect b="b" l="l" r="r" t="t"/>
              <a:pathLst>
                <a:path extrusionOk="0" h="28352" w="19279">
                  <a:moveTo>
                    <a:pt x="434" y="0"/>
                  </a:moveTo>
                  <a:cubicBezTo>
                    <a:pt x="193" y="0"/>
                    <a:pt x="0" y="205"/>
                    <a:pt x="0" y="446"/>
                  </a:cubicBezTo>
                  <a:lnTo>
                    <a:pt x="0" y="27917"/>
                  </a:lnTo>
                  <a:cubicBezTo>
                    <a:pt x="0" y="28158"/>
                    <a:pt x="193" y="28351"/>
                    <a:pt x="434" y="28351"/>
                  </a:cubicBezTo>
                  <a:lnTo>
                    <a:pt x="18832" y="28351"/>
                  </a:lnTo>
                  <a:cubicBezTo>
                    <a:pt x="19073" y="28351"/>
                    <a:pt x="19278" y="28158"/>
                    <a:pt x="19278" y="27917"/>
                  </a:cubicBezTo>
                  <a:lnTo>
                    <a:pt x="19278" y="446"/>
                  </a:lnTo>
                  <a:cubicBezTo>
                    <a:pt x="19278" y="205"/>
                    <a:pt x="19073" y="0"/>
                    <a:pt x="188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47"/>
            <p:cNvSpPr/>
            <p:nvPr/>
          </p:nvSpPr>
          <p:spPr>
            <a:xfrm>
              <a:off x="6007550" y="2658461"/>
              <a:ext cx="431675" cy="391925"/>
            </a:xfrm>
            <a:custGeom>
              <a:rect b="b" l="l" r="r" t="t"/>
              <a:pathLst>
                <a:path extrusionOk="0" h="15677" w="17267">
                  <a:moveTo>
                    <a:pt x="434" y="1"/>
                  </a:moveTo>
                  <a:cubicBezTo>
                    <a:pt x="193" y="1"/>
                    <a:pt x="0" y="206"/>
                    <a:pt x="0" y="447"/>
                  </a:cubicBezTo>
                  <a:lnTo>
                    <a:pt x="0" y="15231"/>
                  </a:lnTo>
                  <a:cubicBezTo>
                    <a:pt x="0" y="15472"/>
                    <a:pt x="193" y="15676"/>
                    <a:pt x="434" y="15676"/>
                  </a:cubicBezTo>
                  <a:lnTo>
                    <a:pt x="16832" y="15676"/>
                  </a:lnTo>
                  <a:cubicBezTo>
                    <a:pt x="17073" y="15676"/>
                    <a:pt x="17266" y="15472"/>
                    <a:pt x="17266" y="15231"/>
                  </a:cubicBezTo>
                  <a:lnTo>
                    <a:pt x="17266" y="447"/>
                  </a:lnTo>
                  <a:cubicBezTo>
                    <a:pt x="17266" y="206"/>
                    <a:pt x="17073" y="1"/>
                    <a:pt x="16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47"/>
            <p:cNvSpPr/>
            <p:nvPr/>
          </p:nvSpPr>
          <p:spPr>
            <a:xfrm>
              <a:off x="6025989" y="2679560"/>
              <a:ext cx="394797" cy="347025"/>
            </a:xfrm>
            <a:custGeom>
              <a:rect b="b" l="l" r="r" t="t"/>
              <a:pathLst>
                <a:path extrusionOk="0" h="13881" w="13194">
                  <a:moveTo>
                    <a:pt x="0" y="0"/>
                  </a:moveTo>
                  <a:lnTo>
                    <a:pt x="0" y="13881"/>
                  </a:lnTo>
                  <a:lnTo>
                    <a:pt x="13194" y="13881"/>
                  </a:lnTo>
                  <a:lnTo>
                    <a:pt x="131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47"/>
            <p:cNvSpPr/>
            <p:nvPr/>
          </p:nvSpPr>
          <p:spPr>
            <a:xfrm>
              <a:off x="6024550" y="3109450"/>
              <a:ext cx="106975" cy="106950"/>
            </a:xfrm>
            <a:custGeom>
              <a:rect b="b" l="l" r="r" t="t"/>
              <a:pathLst>
                <a:path extrusionOk="0" h="4278" w="4279">
                  <a:moveTo>
                    <a:pt x="2134" y="0"/>
                  </a:moveTo>
                  <a:cubicBezTo>
                    <a:pt x="953" y="0"/>
                    <a:pt x="1" y="952"/>
                    <a:pt x="1" y="2133"/>
                  </a:cubicBezTo>
                  <a:cubicBezTo>
                    <a:pt x="1" y="3314"/>
                    <a:pt x="953" y="4278"/>
                    <a:pt x="2134" y="4278"/>
                  </a:cubicBezTo>
                  <a:cubicBezTo>
                    <a:pt x="3314" y="4278"/>
                    <a:pt x="4278" y="3314"/>
                    <a:pt x="4278" y="2133"/>
                  </a:cubicBezTo>
                  <a:cubicBezTo>
                    <a:pt x="4278" y="952"/>
                    <a:pt x="3314" y="0"/>
                    <a:pt x="21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47"/>
            <p:cNvSpPr/>
            <p:nvPr/>
          </p:nvSpPr>
          <p:spPr>
            <a:xfrm>
              <a:off x="6028175" y="3113050"/>
              <a:ext cx="99425" cy="99450"/>
            </a:xfrm>
            <a:custGeom>
              <a:rect b="b" l="l" r="r" t="t"/>
              <a:pathLst>
                <a:path extrusionOk="0" h="3978" w="3977">
                  <a:moveTo>
                    <a:pt x="1989" y="1"/>
                  </a:moveTo>
                  <a:cubicBezTo>
                    <a:pt x="892" y="1"/>
                    <a:pt x="1" y="893"/>
                    <a:pt x="1" y="1989"/>
                  </a:cubicBezTo>
                  <a:cubicBezTo>
                    <a:pt x="1" y="3085"/>
                    <a:pt x="892" y="3977"/>
                    <a:pt x="1989" y="3977"/>
                  </a:cubicBezTo>
                  <a:cubicBezTo>
                    <a:pt x="3085" y="3977"/>
                    <a:pt x="3977" y="3085"/>
                    <a:pt x="3977" y="1989"/>
                  </a:cubicBezTo>
                  <a:cubicBezTo>
                    <a:pt x="3977" y="893"/>
                    <a:pt x="3085" y="1"/>
                    <a:pt x="19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47"/>
            <p:cNvSpPr/>
            <p:nvPr/>
          </p:nvSpPr>
          <p:spPr>
            <a:xfrm>
              <a:off x="6040225" y="3125100"/>
              <a:ext cx="75325" cy="75350"/>
            </a:xfrm>
            <a:custGeom>
              <a:rect b="b" l="l" r="r" t="t"/>
              <a:pathLst>
                <a:path extrusionOk="0" h="3014" w="3013">
                  <a:moveTo>
                    <a:pt x="1507" y="1"/>
                  </a:moveTo>
                  <a:cubicBezTo>
                    <a:pt x="675" y="1"/>
                    <a:pt x="1" y="676"/>
                    <a:pt x="1" y="1507"/>
                  </a:cubicBezTo>
                  <a:cubicBezTo>
                    <a:pt x="1" y="2338"/>
                    <a:pt x="675" y="3013"/>
                    <a:pt x="1507" y="3013"/>
                  </a:cubicBezTo>
                  <a:cubicBezTo>
                    <a:pt x="2338" y="3013"/>
                    <a:pt x="3013" y="2338"/>
                    <a:pt x="3013" y="1507"/>
                  </a:cubicBezTo>
                  <a:cubicBezTo>
                    <a:pt x="3013" y="676"/>
                    <a:pt x="2338" y="1"/>
                    <a:pt x="15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47"/>
            <p:cNvSpPr/>
            <p:nvPr/>
          </p:nvSpPr>
          <p:spPr>
            <a:xfrm>
              <a:off x="6044150" y="3129025"/>
              <a:ext cx="67500" cy="67500"/>
            </a:xfrm>
            <a:custGeom>
              <a:rect b="b" l="l" r="r" t="t"/>
              <a:pathLst>
                <a:path extrusionOk="0" h="2700" w="2700">
                  <a:moveTo>
                    <a:pt x="1350" y="0"/>
                  </a:moveTo>
                  <a:cubicBezTo>
                    <a:pt x="603" y="0"/>
                    <a:pt x="0" y="603"/>
                    <a:pt x="0" y="1350"/>
                  </a:cubicBezTo>
                  <a:cubicBezTo>
                    <a:pt x="0" y="2097"/>
                    <a:pt x="603" y="2699"/>
                    <a:pt x="1350" y="2699"/>
                  </a:cubicBezTo>
                  <a:cubicBezTo>
                    <a:pt x="2097" y="2699"/>
                    <a:pt x="2699" y="2097"/>
                    <a:pt x="2699" y="1350"/>
                  </a:cubicBezTo>
                  <a:cubicBezTo>
                    <a:pt x="2699" y="603"/>
                    <a:pt x="2097" y="0"/>
                    <a:pt x="13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47"/>
            <p:cNvSpPr/>
            <p:nvPr/>
          </p:nvSpPr>
          <p:spPr>
            <a:xfrm>
              <a:off x="6056200" y="3141075"/>
              <a:ext cx="43400" cy="43400"/>
            </a:xfrm>
            <a:custGeom>
              <a:rect b="b" l="l" r="r" t="t"/>
              <a:pathLst>
                <a:path extrusionOk="0" h="1736" w="1736">
                  <a:moveTo>
                    <a:pt x="868" y="0"/>
                  </a:moveTo>
                  <a:cubicBezTo>
                    <a:pt x="386" y="0"/>
                    <a:pt x="0" y="386"/>
                    <a:pt x="0" y="868"/>
                  </a:cubicBezTo>
                  <a:cubicBezTo>
                    <a:pt x="0" y="1350"/>
                    <a:pt x="398" y="1735"/>
                    <a:pt x="868" y="1735"/>
                  </a:cubicBezTo>
                  <a:cubicBezTo>
                    <a:pt x="1350" y="1735"/>
                    <a:pt x="1735" y="1350"/>
                    <a:pt x="1735" y="868"/>
                  </a:cubicBezTo>
                  <a:cubicBezTo>
                    <a:pt x="1735" y="386"/>
                    <a:pt x="1350" y="0"/>
                    <a:pt x="8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47"/>
            <p:cNvSpPr/>
            <p:nvPr/>
          </p:nvSpPr>
          <p:spPr>
            <a:xfrm>
              <a:off x="6050175" y="3254025"/>
              <a:ext cx="15375" cy="13300"/>
            </a:xfrm>
            <a:custGeom>
              <a:rect b="b" l="l" r="r" t="t"/>
              <a:pathLst>
                <a:path extrusionOk="0" h="532" w="615">
                  <a:moveTo>
                    <a:pt x="307" y="0"/>
                  </a:moveTo>
                  <a:cubicBezTo>
                    <a:pt x="217" y="0"/>
                    <a:pt x="132" y="46"/>
                    <a:pt x="84" y="133"/>
                  </a:cubicBezTo>
                  <a:cubicBezTo>
                    <a:pt x="0" y="254"/>
                    <a:pt x="48" y="422"/>
                    <a:pt x="181" y="495"/>
                  </a:cubicBezTo>
                  <a:cubicBezTo>
                    <a:pt x="222" y="519"/>
                    <a:pt x="268" y="531"/>
                    <a:pt x="315" y="531"/>
                  </a:cubicBezTo>
                  <a:cubicBezTo>
                    <a:pt x="405" y="531"/>
                    <a:pt x="495" y="486"/>
                    <a:pt x="542" y="398"/>
                  </a:cubicBezTo>
                  <a:cubicBezTo>
                    <a:pt x="615" y="266"/>
                    <a:pt x="566" y="109"/>
                    <a:pt x="446" y="37"/>
                  </a:cubicBezTo>
                  <a:cubicBezTo>
                    <a:pt x="401" y="12"/>
                    <a:pt x="353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47"/>
            <p:cNvSpPr/>
            <p:nvPr/>
          </p:nvSpPr>
          <p:spPr>
            <a:xfrm>
              <a:off x="6050175" y="3277575"/>
              <a:ext cx="15375" cy="13475"/>
            </a:xfrm>
            <a:custGeom>
              <a:rect b="b" l="l" r="r" t="t"/>
              <a:pathLst>
                <a:path extrusionOk="0" h="539" w="615">
                  <a:moveTo>
                    <a:pt x="307" y="1"/>
                  </a:moveTo>
                  <a:cubicBezTo>
                    <a:pt x="263" y="1"/>
                    <a:pt x="219" y="12"/>
                    <a:pt x="181" y="35"/>
                  </a:cubicBezTo>
                  <a:cubicBezTo>
                    <a:pt x="48" y="107"/>
                    <a:pt x="0" y="276"/>
                    <a:pt x="84" y="396"/>
                  </a:cubicBezTo>
                  <a:cubicBezTo>
                    <a:pt x="134" y="487"/>
                    <a:pt x="223" y="538"/>
                    <a:pt x="317" y="538"/>
                  </a:cubicBezTo>
                  <a:cubicBezTo>
                    <a:pt x="360" y="538"/>
                    <a:pt x="404" y="527"/>
                    <a:pt x="446" y="505"/>
                  </a:cubicBezTo>
                  <a:cubicBezTo>
                    <a:pt x="566" y="420"/>
                    <a:pt x="615" y="264"/>
                    <a:pt x="542" y="131"/>
                  </a:cubicBezTo>
                  <a:cubicBezTo>
                    <a:pt x="493" y="49"/>
                    <a:pt x="400" y="1"/>
                    <a:pt x="3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47"/>
            <p:cNvSpPr/>
            <p:nvPr/>
          </p:nvSpPr>
          <p:spPr>
            <a:xfrm>
              <a:off x="6071850" y="3289575"/>
              <a:ext cx="13275" cy="13275"/>
            </a:xfrm>
            <a:custGeom>
              <a:rect b="b" l="l" r="r" t="t"/>
              <a:pathLst>
                <a:path extrusionOk="0" h="531" w="531">
                  <a:moveTo>
                    <a:pt x="266" y="1"/>
                  </a:moveTo>
                  <a:cubicBezTo>
                    <a:pt x="109" y="1"/>
                    <a:pt x="1" y="109"/>
                    <a:pt x="1" y="266"/>
                  </a:cubicBezTo>
                  <a:cubicBezTo>
                    <a:pt x="1" y="410"/>
                    <a:pt x="109" y="531"/>
                    <a:pt x="266" y="531"/>
                  </a:cubicBezTo>
                  <a:cubicBezTo>
                    <a:pt x="410" y="531"/>
                    <a:pt x="531" y="410"/>
                    <a:pt x="531" y="266"/>
                  </a:cubicBezTo>
                  <a:cubicBezTo>
                    <a:pt x="531" y="109"/>
                    <a:pt x="410" y="1"/>
                    <a:pt x="2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47"/>
            <p:cNvSpPr/>
            <p:nvPr/>
          </p:nvSpPr>
          <p:spPr>
            <a:xfrm>
              <a:off x="6091125" y="3277575"/>
              <a:ext cx="15400" cy="13475"/>
            </a:xfrm>
            <a:custGeom>
              <a:rect b="b" l="l" r="r" t="t"/>
              <a:pathLst>
                <a:path extrusionOk="0" h="539" w="616">
                  <a:moveTo>
                    <a:pt x="315" y="1"/>
                  </a:moveTo>
                  <a:cubicBezTo>
                    <a:pt x="222" y="1"/>
                    <a:pt x="134" y="49"/>
                    <a:pt x="85" y="131"/>
                  </a:cubicBezTo>
                  <a:cubicBezTo>
                    <a:pt x="1" y="264"/>
                    <a:pt x="49" y="420"/>
                    <a:pt x="182" y="505"/>
                  </a:cubicBezTo>
                  <a:cubicBezTo>
                    <a:pt x="219" y="527"/>
                    <a:pt x="262" y="538"/>
                    <a:pt x="305" y="538"/>
                  </a:cubicBezTo>
                  <a:cubicBezTo>
                    <a:pt x="399" y="538"/>
                    <a:pt x="493" y="487"/>
                    <a:pt x="543" y="396"/>
                  </a:cubicBezTo>
                  <a:cubicBezTo>
                    <a:pt x="615" y="276"/>
                    <a:pt x="567" y="107"/>
                    <a:pt x="447" y="35"/>
                  </a:cubicBezTo>
                  <a:cubicBezTo>
                    <a:pt x="404" y="12"/>
                    <a:pt x="359" y="1"/>
                    <a:pt x="3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47"/>
            <p:cNvSpPr/>
            <p:nvPr/>
          </p:nvSpPr>
          <p:spPr>
            <a:xfrm>
              <a:off x="6091125" y="3254025"/>
              <a:ext cx="15400" cy="13300"/>
            </a:xfrm>
            <a:custGeom>
              <a:rect b="b" l="l" r="r" t="t"/>
              <a:pathLst>
                <a:path extrusionOk="0" h="532" w="616">
                  <a:moveTo>
                    <a:pt x="315" y="0"/>
                  </a:moveTo>
                  <a:cubicBezTo>
                    <a:pt x="269" y="0"/>
                    <a:pt x="222" y="12"/>
                    <a:pt x="182" y="37"/>
                  </a:cubicBezTo>
                  <a:cubicBezTo>
                    <a:pt x="49" y="109"/>
                    <a:pt x="1" y="266"/>
                    <a:pt x="85" y="398"/>
                  </a:cubicBezTo>
                  <a:cubicBezTo>
                    <a:pt x="133" y="486"/>
                    <a:pt x="217" y="531"/>
                    <a:pt x="307" y="531"/>
                  </a:cubicBezTo>
                  <a:cubicBezTo>
                    <a:pt x="354" y="531"/>
                    <a:pt x="402" y="519"/>
                    <a:pt x="447" y="495"/>
                  </a:cubicBezTo>
                  <a:cubicBezTo>
                    <a:pt x="567" y="422"/>
                    <a:pt x="615" y="254"/>
                    <a:pt x="543" y="133"/>
                  </a:cubicBezTo>
                  <a:cubicBezTo>
                    <a:pt x="495" y="46"/>
                    <a:pt x="405" y="0"/>
                    <a:pt x="3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47"/>
            <p:cNvSpPr/>
            <p:nvPr/>
          </p:nvSpPr>
          <p:spPr>
            <a:xfrm>
              <a:off x="6071850" y="3265775"/>
              <a:ext cx="13275" cy="13275"/>
            </a:xfrm>
            <a:custGeom>
              <a:rect b="b" l="l" r="r" t="t"/>
              <a:pathLst>
                <a:path extrusionOk="0" h="531" w="531">
                  <a:moveTo>
                    <a:pt x="266" y="1"/>
                  </a:moveTo>
                  <a:cubicBezTo>
                    <a:pt x="121" y="1"/>
                    <a:pt x="1" y="121"/>
                    <a:pt x="1" y="266"/>
                  </a:cubicBezTo>
                  <a:cubicBezTo>
                    <a:pt x="1" y="410"/>
                    <a:pt x="121" y="531"/>
                    <a:pt x="266" y="531"/>
                  </a:cubicBezTo>
                  <a:cubicBezTo>
                    <a:pt x="410" y="531"/>
                    <a:pt x="531" y="410"/>
                    <a:pt x="531" y="266"/>
                  </a:cubicBezTo>
                  <a:cubicBezTo>
                    <a:pt x="531" y="121"/>
                    <a:pt x="410" y="1"/>
                    <a:pt x="2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6" name="Google Shape;2506;p47"/>
            <p:cNvSpPr/>
            <p:nvPr/>
          </p:nvSpPr>
          <p:spPr>
            <a:xfrm>
              <a:off x="6071850" y="3241975"/>
              <a:ext cx="13275" cy="13575"/>
            </a:xfrm>
            <a:custGeom>
              <a:rect b="b" l="l" r="r" t="t"/>
              <a:pathLst>
                <a:path extrusionOk="0" h="543" w="531">
                  <a:moveTo>
                    <a:pt x="266" y="1"/>
                  </a:moveTo>
                  <a:cubicBezTo>
                    <a:pt x="121" y="1"/>
                    <a:pt x="1" y="121"/>
                    <a:pt x="1" y="278"/>
                  </a:cubicBezTo>
                  <a:cubicBezTo>
                    <a:pt x="1" y="423"/>
                    <a:pt x="121" y="543"/>
                    <a:pt x="266" y="543"/>
                  </a:cubicBezTo>
                  <a:cubicBezTo>
                    <a:pt x="410" y="543"/>
                    <a:pt x="531" y="423"/>
                    <a:pt x="531" y="278"/>
                  </a:cubicBezTo>
                  <a:cubicBezTo>
                    <a:pt x="531" y="121"/>
                    <a:pt x="410" y="1"/>
                    <a:pt x="2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47"/>
            <p:cNvSpPr/>
            <p:nvPr/>
          </p:nvSpPr>
          <p:spPr>
            <a:xfrm>
              <a:off x="6253800" y="3095600"/>
              <a:ext cx="172025" cy="171700"/>
            </a:xfrm>
            <a:custGeom>
              <a:rect b="b" l="l" r="r" t="t"/>
              <a:pathLst>
                <a:path extrusionOk="0" h="6868" w="6881">
                  <a:moveTo>
                    <a:pt x="1169" y="0"/>
                  </a:moveTo>
                  <a:cubicBezTo>
                    <a:pt x="518" y="0"/>
                    <a:pt x="0" y="530"/>
                    <a:pt x="0" y="1169"/>
                  </a:cubicBezTo>
                  <a:lnTo>
                    <a:pt x="0" y="5699"/>
                  </a:lnTo>
                  <a:cubicBezTo>
                    <a:pt x="0" y="6350"/>
                    <a:pt x="518" y="6868"/>
                    <a:pt x="1169" y="6868"/>
                  </a:cubicBezTo>
                  <a:lnTo>
                    <a:pt x="5711" y="6868"/>
                  </a:lnTo>
                  <a:cubicBezTo>
                    <a:pt x="6362" y="6868"/>
                    <a:pt x="6880" y="6350"/>
                    <a:pt x="6880" y="5699"/>
                  </a:cubicBezTo>
                  <a:lnTo>
                    <a:pt x="6880" y="1169"/>
                  </a:lnTo>
                  <a:cubicBezTo>
                    <a:pt x="6880" y="530"/>
                    <a:pt x="6362" y="0"/>
                    <a:pt x="57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47"/>
            <p:cNvSpPr/>
            <p:nvPr/>
          </p:nvSpPr>
          <p:spPr>
            <a:xfrm>
              <a:off x="6272175" y="3112150"/>
              <a:ext cx="63875" cy="63900"/>
            </a:xfrm>
            <a:custGeom>
              <a:rect b="b" l="l" r="r" t="t"/>
              <a:pathLst>
                <a:path extrusionOk="0" h="2556" w="2555">
                  <a:moveTo>
                    <a:pt x="1277" y="1"/>
                  </a:moveTo>
                  <a:cubicBezTo>
                    <a:pt x="578" y="1"/>
                    <a:pt x="0" y="579"/>
                    <a:pt x="0" y="1278"/>
                  </a:cubicBezTo>
                  <a:cubicBezTo>
                    <a:pt x="0" y="1977"/>
                    <a:pt x="578" y="2555"/>
                    <a:pt x="1277" y="2555"/>
                  </a:cubicBezTo>
                  <a:cubicBezTo>
                    <a:pt x="1976" y="2555"/>
                    <a:pt x="2554" y="1977"/>
                    <a:pt x="2554" y="1278"/>
                  </a:cubicBezTo>
                  <a:cubicBezTo>
                    <a:pt x="2554" y="579"/>
                    <a:pt x="1976" y="1"/>
                    <a:pt x="12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47"/>
            <p:cNvSpPr/>
            <p:nvPr/>
          </p:nvSpPr>
          <p:spPr>
            <a:xfrm>
              <a:off x="6274575" y="3114575"/>
              <a:ext cx="59375" cy="59350"/>
            </a:xfrm>
            <a:custGeom>
              <a:rect b="b" l="l" r="r" t="t"/>
              <a:pathLst>
                <a:path extrusionOk="0" h="2374" w="2375">
                  <a:moveTo>
                    <a:pt x="1181" y="0"/>
                  </a:moveTo>
                  <a:cubicBezTo>
                    <a:pt x="531" y="0"/>
                    <a:pt x="1" y="530"/>
                    <a:pt x="1" y="1181"/>
                  </a:cubicBezTo>
                  <a:cubicBezTo>
                    <a:pt x="1" y="1832"/>
                    <a:pt x="531" y="2374"/>
                    <a:pt x="1181" y="2374"/>
                  </a:cubicBezTo>
                  <a:cubicBezTo>
                    <a:pt x="1832" y="2374"/>
                    <a:pt x="2374" y="1832"/>
                    <a:pt x="2374" y="1181"/>
                  </a:cubicBezTo>
                  <a:cubicBezTo>
                    <a:pt x="2374" y="530"/>
                    <a:pt x="1832" y="0"/>
                    <a:pt x="11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47"/>
            <p:cNvSpPr/>
            <p:nvPr/>
          </p:nvSpPr>
          <p:spPr>
            <a:xfrm>
              <a:off x="6283925" y="3123900"/>
              <a:ext cx="40675" cy="40700"/>
            </a:xfrm>
            <a:custGeom>
              <a:rect b="b" l="l" r="r" t="t"/>
              <a:pathLst>
                <a:path extrusionOk="0" h="1628" w="1627">
                  <a:moveTo>
                    <a:pt x="807" y="1"/>
                  </a:moveTo>
                  <a:cubicBezTo>
                    <a:pt x="361" y="1"/>
                    <a:pt x="0" y="362"/>
                    <a:pt x="0" y="808"/>
                  </a:cubicBezTo>
                  <a:cubicBezTo>
                    <a:pt x="0" y="1254"/>
                    <a:pt x="361" y="1627"/>
                    <a:pt x="807" y="1627"/>
                  </a:cubicBezTo>
                  <a:cubicBezTo>
                    <a:pt x="1253" y="1627"/>
                    <a:pt x="1627" y="1254"/>
                    <a:pt x="1627" y="808"/>
                  </a:cubicBezTo>
                  <a:cubicBezTo>
                    <a:pt x="1627" y="362"/>
                    <a:pt x="1253" y="1"/>
                    <a:pt x="8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47"/>
            <p:cNvSpPr/>
            <p:nvPr/>
          </p:nvSpPr>
          <p:spPr>
            <a:xfrm>
              <a:off x="6291150" y="3131125"/>
              <a:ext cx="25925" cy="25950"/>
            </a:xfrm>
            <a:custGeom>
              <a:rect b="b" l="l" r="r" t="t"/>
              <a:pathLst>
                <a:path extrusionOk="0" h="1038" w="1037">
                  <a:moveTo>
                    <a:pt x="518" y="1"/>
                  </a:moveTo>
                  <a:cubicBezTo>
                    <a:pt x="229" y="1"/>
                    <a:pt x="0" y="230"/>
                    <a:pt x="0" y="519"/>
                  </a:cubicBezTo>
                  <a:cubicBezTo>
                    <a:pt x="0" y="808"/>
                    <a:pt x="229" y="1037"/>
                    <a:pt x="518" y="1037"/>
                  </a:cubicBezTo>
                  <a:cubicBezTo>
                    <a:pt x="807" y="1037"/>
                    <a:pt x="1036" y="808"/>
                    <a:pt x="1036" y="519"/>
                  </a:cubicBezTo>
                  <a:cubicBezTo>
                    <a:pt x="1036" y="230"/>
                    <a:pt x="807" y="1"/>
                    <a:pt x="5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47"/>
            <p:cNvSpPr/>
            <p:nvPr/>
          </p:nvSpPr>
          <p:spPr>
            <a:xfrm>
              <a:off x="6342950" y="3112150"/>
              <a:ext cx="64175" cy="63600"/>
            </a:xfrm>
            <a:custGeom>
              <a:rect b="b" l="l" r="r" t="t"/>
              <a:pathLst>
                <a:path extrusionOk="0" h="2544" w="2567">
                  <a:moveTo>
                    <a:pt x="1280" y="1"/>
                  </a:moveTo>
                  <a:cubicBezTo>
                    <a:pt x="591" y="1"/>
                    <a:pt x="25" y="562"/>
                    <a:pt x="13" y="1254"/>
                  </a:cubicBezTo>
                  <a:cubicBezTo>
                    <a:pt x="1" y="1965"/>
                    <a:pt x="567" y="2543"/>
                    <a:pt x="1266" y="2543"/>
                  </a:cubicBezTo>
                  <a:cubicBezTo>
                    <a:pt x="1273" y="2543"/>
                    <a:pt x="1281" y="2543"/>
                    <a:pt x="1288" y="2543"/>
                  </a:cubicBezTo>
                  <a:cubicBezTo>
                    <a:pt x="1989" y="2543"/>
                    <a:pt x="2555" y="1982"/>
                    <a:pt x="2555" y="1290"/>
                  </a:cubicBezTo>
                  <a:cubicBezTo>
                    <a:pt x="2567" y="591"/>
                    <a:pt x="2001" y="13"/>
                    <a:pt x="1302" y="1"/>
                  </a:cubicBezTo>
                  <a:cubicBezTo>
                    <a:pt x="1295" y="1"/>
                    <a:pt x="1287" y="1"/>
                    <a:pt x="12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47"/>
            <p:cNvSpPr/>
            <p:nvPr/>
          </p:nvSpPr>
          <p:spPr>
            <a:xfrm>
              <a:off x="6345350" y="3114850"/>
              <a:ext cx="59975" cy="59400"/>
            </a:xfrm>
            <a:custGeom>
              <a:rect b="b" l="l" r="r" t="t"/>
              <a:pathLst>
                <a:path extrusionOk="0" h="2376" w="2399">
                  <a:moveTo>
                    <a:pt x="1204" y="1"/>
                  </a:moveTo>
                  <a:cubicBezTo>
                    <a:pt x="1197" y="1"/>
                    <a:pt x="1189" y="1"/>
                    <a:pt x="1182" y="1"/>
                  </a:cubicBezTo>
                  <a:cubicBezTo>
                    <a:pt x="531" y="13"/>
                    <a:pt x="1" y="543"/>
                    <a:pt x="13" y="1206"/>
                  </a:cubicBezTo>
                  <a:cubicBezTo>
                    <a:pt x="25" y="1849"/>
                    <a:pt x="543" y="2375"/>
                    <a:pt x="1196" y="2375"/>
                  </a:cubicBezTo>
                  <a:cubicBezTo>
                    <a:pt x="1203" y="2375"/>
                    <a:pt x="1211" y="2375"/>
                    <a:pt x="1218" y="2375"/>
                  </a:cubicBezTo>
                  <a:cubicBezTo>
                    <a:pt x="1869" y="2363"/>
                    <a:pt x="2399" y="1821"/>
                    <a:pt x="2387" y="1170"/>
                  </a:cubicBezTo>
                  <a:cubicBezTo>
                    <a:pt x="2375" y="527"/>
                    <a:pt x="1856" y="1"/>
                    <a:pt x="12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47"/>
            <p:cNvSpPr/>
            <p:nvPr/>
          </p:nvSpPr>
          <p:spPr>
            <a:xfrm>
              <a:off x="6355000" y="3123900"/>
              <a:ext cx="40700" cy="40700"/>
            </a:xfrm>
            <a:custGeom>
              <a:rect b="b" l="l" r="r" t="t"/>
              <a:pathLst>
                <a:path extrusionOk="0" h="1628" w="1628">
                  <a:moveTo>
                    <a:pt x="820" y="1"/>
                  </a:moveTo>
                  <a:cubicBezTo>
                    <a:pt x="374" y="1"/>
                    <a:pt x="1" y="362"/>
                    <a:pt x="1" y="808"/>
                  </a:cubicBezTo>
                  <a:cubicBezTo>
                    <a:pt x="1" y="1254"/>
                    <a:pt x="374" y="1627"/>
                    <a:pt x="820" y="1627"/>
                  </a:cubicBezTo>
                  <a:cubicBezTo>
                    <a:pt x="1266" y="1627"/>
                    <a:pt x="1627" y="1254"/>
                    <a:pt x="1627" y="808"/>
                  </a:cubicBezTo>
                  <a:cubicBezTo>
                    <a:pt x="1627" y="362"/>
                    <a:pt x="1266" y="1"/>
                    <a:pt x="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47"/>
            <p:cNvSpPr/>
            <p:nvPr/>
          </p:nvSpPr>
          <p:spPr>
            <a:xfrm>
              <a:off x="6362225" y="3131125"/>
              <a:ext cx="26225" cy="25950"/>
            </a:xfrm>
            <a:custGeom>
              <a:rect b="b" l="l" r="r" t="t"/>
              <a:pathLst>
                <a:path extrusionOk="0" h="1038" w="1049">
                  <a:moveTo>
                    <a:pt x="531" y="1"/>
                  </a:moveTo>
                  <a:cubicBezTo>
                    <a:pt x="242" y="1"/>
                    <a:pt x="1" y="230"/>
                    <a:pt x="1" y="519"/>
                  </a:cubicBezTo>
                  <a:cubicBezTo>
                    <a:pt x="1" y="808"/>
                    <a:pt x="242" y="1037"/>
                    <a:pt x="531" y="1037"/>
                  </a:cubicBezTo>
                  <a:cubicBezTo>
                    <a:pt x="820" y="1037"/>
                    <a:pt x="1049" y="808"/>
                    <a:pt x="1049" y="519"/>
                  </a:cubicBezTo>
                  <a:cubicBezTo>
                    <a:pt x="1049" y="230"/>
                    <a:pt x="820" y="1"/>
                    <a:pt x="5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47"/>
            <p:cNvSpPr/>
            <p:nvPr/>
          </p:nvSpPr>
          <p:spPr>
            <a:xfrm>
              <a:off x="6272175" y="3184450"/>
              <a:ext cx="63875" cy="63875"/>
            </a:xfrm>
            <a:custGeom>
              <a:rect b="b" l="l" r="r" t="t"/>
              <a:pathLst>
                <a:path extrusionOk="0" h="2555" w="2555">
                  <a:moveTo>
                    <a:pt x="1277" y="0"/>
                  </a:moveTo>
                  <a:cubicBezTo>
                    <a:pt x="578" y="0"/>
                    <a:pt x="0" y="579"/>
                    <a:pt x="0" y="1278"/>
                  </a:cubicBezTo>
                  <a:cubicBezTo>
                    <a:pt x="0" y="1976"/>
                    <a:pt x="578" y="2555"/>
                    <a:pt x="1277" y="2555"/>
                  </a:cubicBezTo>
                  <a:cubicBezTo>
                    <a:pt x="1976" y="2555"/>
                    <a:pt x="2554" y="1976"/>
                    <a:pt x="2554" y="1278"/>
                  </a:cubicBezTo>
                  <a:cubicBezTo>
                    <a:pt x="2554" y="579"/>
                    <a:pt x="1976" y="0"/>
                    <a:pt x="12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47"/>
            <p:cNvSpPr/>
            <p:nvPr/>
          </p:nvSpPr>
          <p:spPr>
            <a:xfrm>
              <a:off x="6274575" y="3186550"/>
              <a:ext cx="59375" cy="59375"/>
            </a:xfrm>
            <a:custGeom>
              <a:rect b="b" l="l" r="r" t="t"/>
              <a:pathLst>
                <a:path extrusionOk="0" h="2375" w="2375">
                  <a:moveTo>
                    <a:pt x="1181" y="1"/>
                  </a:moveTo>
                  <a:cubicBezTo>
                    <a:pt x="531" y="1"/>
                    <a:pt x="1" y="531"/>
                    <a:pt x="1" y="1194"/>
                  </a:cubicBezTo>
                  <a:cubicBezTo>
                    <a:pt x="1" y="1844"/>
                    <a:pt x="531" y="2374"/>
                    <a:pt x="1181" y="2374"/>
                  </a:cubicBezTo>
                  <a:cubicBezTo>
                    <a:pt x="1832" y="2374"/>
                    <a:pt x="2374" y="1844"/>
                    <a:pt x="2374" y="1194"/>
                  </a:cubicBezTo>
                  <a:cubicBezTo>
                    <a:pt x="2374" y="531"/>
                    <a:pt x="1832" y="1"/>
                    <a:pt x="11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47"/>
            <p:cNvSpPr/>
            <p:nvPr/>
          </p:nvSpPr>
          <p:spPr>
            <a:xfrm>
              <a:off x="6283925" y="3195900"/>
              <a:ext cx="40675" cy="40675"/>
            </a:xfrm>
            <a:custGeom>
              <a:rect b="b" l="l" r="r" t="t"/>
              <a:pathLst>
                <a:path extrusionOk="0" h="1627" w="1627">
                  <a:moveTo>
                    <a:pt x="807" y="0"/>
                  </a:moveTo>
                  <a:cubicBezTo>
                    <a:pt x="361" y="0"/>
                    <a:pt x="0" y="374"/>
                    <a:pt x="0" y="820"/>
                  </a:cubicBezTo>
                  <a:cubicBezTo>
                    <a:pt x="0" y="1265"/>
                    <a:pt x="361" y="1627"/>
                    <a:pt x="807" y="1627"/>
                  </a:cubicBezTo>
                  <a:cubicBezTo>
                    <a:pt x="1253" y="1627"/>
                    <a:pt x="1627" y="1265"/>
                    <a:pt x="1627" y="820"/>
                  </a:cubicBezTo>
                  <a:cubicBezTo>
                    <a:pt x="1627" y="374"/>
                    <a:pt x="1253" y="0"/>
                    <a:pt x="8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47"/>
            <p:cNvSpPr/>
            <p:nvPr/>
          </p:nvSpPr>
          <p:spPr>
            <a:xfrm>
              <a:off x="6291150" y="3203125"/>
              <a:ext cx="25925" cy="26225"/>
            </a:xfrm>
            <a:custGeom>
              <a:rect b="b" l="l" r="r" t="t"/>
              <a:pathLst>
                <a:path extrusionOk="0" h="1049" w="1037">
                  <a:moveTo>
                    <a:pt x="518" y="0"/>
                  </a:moveTo>
                  <a:cubicBezTo>
                    <a:pt x="229" y="0"/>
                    <a:pt x="0" y="241"/>
                    <a:pt x="0" y="531"/>
                  </a:cubicBezTo>
                  <a:cubicBezTo>
                    <a:pt x="0" y="820"/>
                    <a:pt x="229" y="1049"/>
                    <a:pt x="518" y="1049"/>
                  </a:cubicBezTo>
                  <a:cubicBezTo>
                    <a:pt x="807" y="1049"/>
                    <a:pt x="1036" y="820"/>
                    <a:pt x="1036" y="531"/>
                  </a:cubicBezTo>
                  <a:cubicBezTo>
                    <a:pt x="1036" y="241"/>
                    <a:pt x="807" y="0"/>
                    <a:pt x="5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47"/>
            <p:cNvSpPr/>
            <p:nvPr/>
          </p:nvSpPr>
          <p:spPr>
            <a:xfrm>
              <a:off x="6342950" y="3184450"/>
              <a:ext cx="64175" cy="63575"/>
            </a:xfrm>
            <a:custGeom>
              <a:rect b="b" l="l" r="r" t="t"/>
              <a:pathLst>
                <a:path extrusionOk="0" h="2543" w="2567">
                  <a:moveTo>
                    <a:pt x="1280" y="0"/>
                  </a:moveTo>
                  <a:cubicBezTo>
                    <a:pt x="579" y="0"/>
                    <a:pt x="13" y="562"/>
                    <a:pt x="13" y="1254"/>
                  </a:cubicBezTo>
                  <a:cubicBezTo>
                    <a:pt x="1" y="1952"/>
                    <a:pt x="567" y="2531"/>
                    <a:pt x="1266" y="2543"/>
                  </a:cubicBezTo>
                  <a:cubicBezTo>
                    <a:pt x="1273" y="2543"/>
                    <a:pt x="1280" y="2543"/>
                    <a:pt x="1288" y="2543"/>
                  </a:cubicBezTo>
                  <a:cubicBezTo>
                    <a:pt x="1977" y="2543"/>
                    <a:pt x="2543" y="1981"/>
                    <a:pt x="2555" y="1290"/>
                  </a:cubicBezTo>
                  <a:cubicBezTo>
                    <a:pt x="2567" y="579"/>
                    <a:pt x="2001" y="13"/>
                    <a:pt x="1302" y="0"/>
                  </a:cubicBezTo>
                  <a:cubicBezTo>
                    <a:pt x="1294" y="0"/>
                    <a:pt x="1287" y="0"/>
                    <a:pt x="12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47"/>
            <p:cNvSpPr/>
            <p:nvPr/>
          </p:nvSpPr>
          <p:spPr>
            <a:xfrm>
              <a:off x="6345675" y="3186550"/>
              <a:ext cx="59350" cy="59375"/>
            </a:xfrm>
            <a:custGeom>
              <a:rect b="b" l="l" r="r" t="t"/>
              <a:pathLst>
                <a:path extrusionOk="0" h="2375" w="2374">
                  <a:moveTo>
                    <a:pt x="1193" y="1"/>
                  </a:moveTo>
                  <a:cubicBezTo>
                    <a:pt x="530" y="1"/>
                    <a:pt x="0" y="531"/>
                    <a:pt x="0" y="1194"/>
                  </a:cubicBezTo>
                  <a:cubicBezTo>
                    <a:pt x="0" y="1844"/>
                    <a:pt x="530" y="2374"/>
                    <a:pt x="1193" y="2374"/>
                  </a:cubicBezTo>
                  <a:cubicBezTo>
                    <a:pt x="1844" y="2374"/>
                    <a:pt x="2374" y="1844"/>
                    <a:pt x="2374" y="1194"/>
                  </a:cubicBezTo>
                  <a:cubicBezTo>
                    <a:pt x="2374" y="531"/>
                    <a:pt x="1844" y="1"/>
                    <a:pt x="11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47"/>
            <p:cNvSpPr/>
            <p:nvPr/>
          </p:nvSpPr>
          <p:spPr>
            <a:xfrm>
              <a:off x="6355000" y="3195900"/>
              <a:ext cx="40700" cy="40675"/>
            </a:xfrm>
            <a:custGeom>
              <a:rect b="b" l="l" r="r" t="t"/>
              <a:pathLst>
                <a:path extrusionOk="0" h="1627" w="1628">
                  <a:moveTo>
                    <a:pt x="820" y="0"/>
                  </a:moveTo>
                  <a:cubicBezTo>
                    <a:pt x="362" y="0"/>
                    <a:pt x="1" y="362"/>
                    <a:pt x="1" y="820"/>
                  </a:cubicBezTo>
                  <a:cubicBezTo>
                    <a:pt x="1" y="1265"/>
                    <a:pt x="362" y="1627"/>
                    <a:pt x="820" y="1627"/>
                  </a:cubicBezTo>
                  <a:cubicBezTo>
                    <a:pt x="1266" y="1627"/>
                    <a:pt x="1627" y="1265"/>
                    <a:pt x="1627" y="820"/>
                  </a:cubicBezTo>
                  <a:cubicBezTo>
                    <a:pt x="1627" y="362"/>
                    <a:pt x="1266" y="0"/>
                    <a:pt x="8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47"/>
            <p:cNvSpPr/>
            <p:nvPr/>
          </p:nvSpPr>
          <p:spPr>
            <a:xfrm>
              <a:off x="6362225" y="3203125"/>
              <a:ext cx="26225" cy="26225"/>
            </a:xfrm>
            <a:custGeom>
              <a:rect b="b" l="l" r="r" t="t"/>
              <a:pathLst>
                <a:path extrusionOk="0" h="1049" w="1049">
                  <a:moveTo>
                    <a:pt x="531" y="0"/>
                  </a:moveTo>
                  <a:cubicBezTo>
                    <a:pt x="242" y="0"/>
                    <a:pt x="1" y="241"/>
                    <a:pt x="1" y="531"/>
                  </a:cubicBezTo>
                  <a:cubicBezTo>
                    <a:pt x="1" y="820"/>
                    <a:pt x="242" y="1049"/>
                    <a:pt x="531" y="1049"/>
                  </a:cubicBezTo>
                  <a:cubicBezTo>
                    <a:pt x="820" y="1049"/>
                    <a:pt x="1049" y="820"/>
                    <a:pt x="1049" y="531"/>
                  </a:cubicBezTo>
                  <a:cubicBezTo>
                    <a:pt x="1049" y="241"/>
                    <a:pt x="820" y="0"/>
                    <a:pt x="5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47"/>
            <p:cNvSpPr/>
            <p:nvPr/>
          </p:nvSpPr>
          <p:spPr>
            <a:xfrm>
              <a:off x="6152275" y="3133250"/>
              <a:ext cx="78350" cy="27725"/>
            </a:xfrm>
            <a:custGeom>
              <a:rect b="b" l="l" r="r" t="t"/>
              <a:pathLst>
                <a:path extrusionOk="0" h="1109" w="3134">
                  <a:moveTo>
                    <a:pt x="555" y="0"/>
                  </a:moveTo>
                  <a:cubicBezTo>
                    <a:pt x="254" y="0"/>
                    <a:pt x="1" y="253"/>
                    <a:pt x="1" y="554"/>
                  </a:cubicBezTo>
                  <a:cubicBezTo>
                    <a:pt x="1" y="856"/>
                    <a:pt x="254" y="1109"/>
                    <a:pt x="555" y="1109"/>
                  </a:cubicBezTo>
                  <a:lnTo>
                    <a:pt x="2591" y="1109"/>
                  </a:lnTo>
                  <a:cubicBezTo>
                    <a:pt x="2892" y="1109"/>
                    <a:pt x="3133" y="856"/>
                    <a:pt x="3133" y="554"/>
                  </a:cubicBezTo>
                  <a:cubicBezTo>
                    <a:pt x="3133" y="253"/>
                    <a:pt x="2892" y="0"/>
                    <a:pt x="25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5" name="Google Shape;2525;p47"/>
            <p:cNvSpPr/>
            <p:nvPr/>
          </p:nvSpPr>
          <p:spPr>
            <a:xfrm>
              <a:off x="6157400" y="3138375"/>
              <a:ext cx="68100" cy="17475"/>
            </a:xfrm>
            <a:custGeom>
              <a:rect b="b" l="l" r="r" t="t"/>
              <a:pathLst>
                <a:path extrusionOk="0" h="699" w="2724">
                  <a:moveTo>
                    <a:pt x="350" y="0"/>
                  </a:moveTo>
                  <a:cubicBezTo>
                    <a:pt x="157" y="0"/>
                    <a:pt x="1" y="157"/>
                    <a:pt x="1" y="349"/>
                  </a:cubicBezTo>
                  <a:cubicBezTo>
                    <a:pt x="1" y="542"/>
                    <a:pt x="157" y="699"/>
                    <a:pt x="350" y="699"/>
                  </a:cubicBezTo>
                  <a:lnTo>
                    <a:pt x="2386" y="699"/>
                  </a:lnTo>
                  <a:cubicBezTo>
                    <a:pt x="2579" y="699"/>
                    <a:pt x="2724" y="542"/>
                    <a:pt x="2724" y="349"/>
                  </a:cubicBezTo>
                  <a:cubicBezTo>
                    <a:pt x="2724" y="157"/>
                    <a:pt x="2579" y="0"/>
                    <a:pt x="23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47"/>
            <p:cNvSpPr/>
            <p:nvPr/>
          </p:nvSpPr>
          <p:spPr>
            <a:xfrm>
              <a:off x="6152275" y="3169400"/>
              <a:ext cx="78350" cy="27425"/>
            </a:xfrm>
            <a:custGeom>
              <a:rect b="b" l="l" r="r" t="t"/>
              <a:pathLst>
                <a:path extrusionOk="0" h="1097" w="3134">
                  <a:moveTo>
                    <a:pt x="555" y="0"/>
                  </a:moveTo>
                  <a:cubicBezTo>
                    <a:pt x="254" y="0"/>
                    <a:pt x="1" y="241"/>
                    <a:pt x="1" y="554"/>
                  </a:cubicBezTo>
                  <a:cubicBezTo>
                    <a:pt x="1" y="855"/>
                    <a:pt x="254" y="1096"/>
                    <a:pt x="555" y="1096"/>
                  </a:cubicBezTo>
                  <a:lnTo>
                    <a:pt x="2591" y="1096"/>
                  </a:lnTo>
                  <a:cubicBezTo>
                    <a:pt x="2892" y="1096"/>
                    <a:pt x="3133" y="855"/>
                    <a:pt x="3133" y="554"/>
                  </a:cubicBezTo>
                  <a:cubicBezTo>
                    <a:pt x="3133" y="241"/>
                    <a:pt x="2892" y="0"/>
                    <a:pt x="25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47"/>
            <p:cNvSpPr/>
            <p:nvPr/>
          </p:nvSpPr>
          <p:spPr>
            <a:xfrm>
              <a:off x="6157400" y="3174500"/>
              <a:ext cx="68100" cy="17200"/>
            </a:xfrm>
            <a:custGeom>
              <a:rect b="b" l="l" r="r" t="t"/>
              <a:pathLst>
                <a:path extrusionOk="0" h="688" w="2724">
                  <a:moveTo>
                    <a:pt x="350" y="1"/>
                  </a:moveTo>
                  <a:cubicBezTo>
                    <a:pt x="157" y="1"/>
                    <a:pt x="1" y="157"/>
                    <a:pt x="1" y="338"/>
                  </a:cubicBezTo>
                  <a:cubicBezTo>
                    <a:pt x="1" y="531"/>
                    <a:pt x="157" y="688"/>
                    <a:pt x="350" y="688"/>
                  </a:cubicBezTo>
                  <a:lnTo>
                    <a:pt x="2386" y="688"/>
                  </a:lnTo>
                  <a:cubicBezTo>
                    <a:pt x="2579" y="688"/>
                    <a:pt x="2724" y="531"/>
                    <a:pt x="2724" y="338"/>
                  </a:cubicBezTo>
                  <a:cubicBezTo>
                    <a:pt x="2724" y="157"/>
                    <a:pt x="2579" y="1"/>
                    <a:pt x="23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6325" lIns="56325" spcFirstLastPara="1" rIns="56325" wrap="square" tIns="5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528" name="Google Shape;2528;p47"/>
          <p:cNvCxnSpPr/>
          <p:nvPr/>
        </p:nvCxnSpPr>
        <p:spPr>
          <a:xfrm flipH="1" rot="10800000">
            <a:off x="2146325" y="1724650"/>
            <a:ext cx="776100" cy="4290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round/>
            <a:headEnd len="med" w="med" type="diamond"/>
            <a:tailEnd len="med" w="med" type="none"/>
          </a:ln>
        </p:spPr>
      </p:cxnSp>
      <p:cxnSp>
        <p:nvCxnSpPr>
          <p:cNvPr id="2529" name="Google Shape;2529;p47"/>
          <p:cNvCxnSpPr/>
          <p:nvPr/>
        </p:nvCxnSpPr>
        <p:spPr>
          <a:xfrm>
            <a:off x="2130568" y="3158703"/>
            <a:ext cx="807600" cy="6006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round/>
            <a:headEnd len="med" w="med" type="diamond"/>
            <a:tailEnd len="med" w="med" type="none"/>
          </a:ln>
        </p:spPr>
      </p:cxnSp>
      <p:sp>
        <p:nvSpPr>
          <p:cNvPr id="2530" name="Google Shape;2530;p47"/>
          <p:cNvSpPr txBox="1"/>
          <p:nvPr>
            <p:ph idx="4294967295" type="subTitle"/>
          </p:nvPr>
        </p:nvSpPr>
        <p:spPr>
          <a:xfrm>
            <a:off x="668011" y="2289600"/>
            <a:ext cx="1190400" cy="466500"/>
          </a:xfrm>
          <a:prstGeom prst="rect">
            <a:avLst/>
          </a:prstGeom>
        </p:spPr>
        <p:txBody>
          <a:bodyPr anchorCtr="0" anchor="b" bIns="56325" lIns="56325" spcFirstLastPara="1" rIns="56325" wrap="square" tIns="56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9">
                <a:latin typeface="Press Start 2P"/>
                <a:ea typeface="Press Start 2P"/>
                <a:cs typeface="Press Start 2P"/>
                <a:sym typeface="Press Start 2P"/>
              </a:rPr>
              <a:t>Risks</a:t>
            </a:r>
            <a:endParaRPr sz="1309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cxnSp>
        <p:nvCxnSpPr>
          <p:cNvPr id="2531" name="Google Shape;2531;p47"/>
          <p:cNvCxnSpPr/>
          <p:nvPr/>
        </p:nvCxnSpPr>
        <p:spPr>
          <a:xfrm flipH="1" rot="10800000">
            <a:off x="2108975" y="2440350"/>
            <a:ext cx="891300" cy="171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round/>
            <a:headEnd len="med" w="med" type="diamond"/>
            <a:tailEnd len="med" w="med" type="none"/>
          </a:ln>
        </p:spPr>
      </p:cxnSp>
      <p:cxnSp>
        <p:nvCxnSpPr>
          <p:cNvPr id="2532" name="Google Shape;2532;p47"/>
          <p:cNvCxnSpPr/>
          <p:nvPr/>
        </p:nvCxnSpPr>
        <p:spPr>
          <a:xfrm>
            <a:off x="2130568" y="2827028"/>
            <a:ext cx="754500" cy="3447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round/>
            <a:headEnd len="med" w="med" type="diamond"/>
            <a:tailEnd len="med" w="med" type="none"/>
          </a:ln>
        </p:spPr>
      </p:cxnSp>
      <p:sp>
        <p:nvSpPr>
          <p:cNvPr id="2533" name="Google Shape;2533;p47"/>
          <p:cNvSpPr/>
          <p:nvPr/>
        </p:nvSpPr>
        <p:spPr>
          <a:xfrm>
            <a:off x="2885075" y="1455725"/>
            <a:ext cx="1104900" cy="493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Outdated Metadata</a:t>
            </a:r>
            <a:endParaRPr sz="1700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2534" name="Google Shape;2534;p47"/>
          <p:cNvSpPr/>
          <p:nvPr/>
        </p:nvSpPr>
        <p:spPr>
          <a:xfrm>
            <a:off x="2885075" y="2141375"/>
            <a:ext cx="1104900" cy="493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Bias Toward Common Genres</a:t>
            </a:r>
            <a:endParaRPr sz="1600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2535" name="Google Shape;2535;p47"/>
          <p:cNvSpPr/>
          <p:nvPr/>
        </p:nvSpPr>
        <p:spPr>
          <a:xfrm>
            <a:off x="2885075" y="2904900"/>
            <a:ext cx="1104900" cy="493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Over-</a:t>
            </a:r>
            <a:endParaRPr sz="800">
              <a:solidFill>
                <a:schemeClr val="lt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reliance on Tool</a:t>
            </a:r>
            <a:endParaRPr sz="1700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2536" name="Google Shape;2536;p47"/>
          <p:cNvSpPr/>
          <p:nvPr/>
        </p:nvSpPr>
        <p:spPr>
          <a:xfrm>
            <a:off x="2885076" y="3541300"/>
            <a:ext cx="1104900" cy="493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Technical Complexity</a:t>
            </a:r>
            <a:endParaRPr sz="600">
              <a:solidFill>
                <a:schemeClr val="lt1"/>
              </a:solidFill>
              <a:latin typeface="Encode Sans Medium"/>
              <a:ea typeface="Encode Sans Medium"/>
              <a:cs typeface="Encode Sans Medium"/>
              <a:sym typeface="Encode Sans Medium"/>
            </a:endParaRPr>
          </a:p>
        </p:txBody>
      </p:sp>
      <p:sp>
        <p:nvSpPr>
          <p:cNvPr id="2537" name="Google Shape;2537;p47"/>
          <p:cNvSpPr txBox="1"/>
          <p:nvPr/>
        </p:nvSpPr>
        <p:spPr>
          <a:xfrm>
            <a:off x="4042950" y="2851650"/>
            <a:ext cx="372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Establish a clear workflow that requires human review and final approval for all genre tags</a:t>
            </a:r>
            <a:endParaRPr sz="1200"/>
          </a:p>
        </p:txBody>
      </p:sp>
      <p:sp>
        <p:nvSpPr>
          <p:cNvPr id="2538" name="Google Shape;2538;p47"/>
          <p:cNvSpPr txBox="1"/>
          <p:nvPr/>
        </p:nvSpPr>
        <p:spPr>
          <a:xfrm>
            <a:off x="4042950" y="3491650"/>
            <a:ext cx="34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Keep the tool's architecture simple, maintain clear documentation, and ensure it is easy to support</a:t>
            </a:r>
            <a:endParaRPr sz="1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2" name="Shape 2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3" name="Google Shape;2543;p48"/>
          <p:cNvGrpSpPr/>
          <p:nvPr/>
        </p:nvGrpSpPr>
        <p:grpSpPr>
          <a:xfrm>
            <a:off x="8280450" y="1473987"/>
            <a:ext cx="406500" cy="322800"/>
            <a:chOff x="8280450" y="1473987"/>
            <a:chExt cx="406500" cy="322800"/>
          </a:xfrm>
        </p:grpSpPr>
        <p:sp>
          <p:nvSpPr>
            <p:cNvPr id="2544" name="Google Shape;2544;p48">
              <a:hlinkClick action="ppaction://hlinksldjump" r:id="rId3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48">
              <a:hlinkClick action="ppaction://hlinksldjump" r:id="rId4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48">
              <a:hlinkClick action="ppaction://hlinksldjump" r:id="rId5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48">
              <a:hlinkClick action="ppaction://hlinksldjump" r:id="rId6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48" name="Google Shape;2548;p48"/>
          <p:cNvGrpSpPr/>
          <p:nvPr/>
        </p:nvGrpSpPr>
        <p:grpSpPr>
          <a:xfrm>
            <a:off x="8280450" y="3346713"/>
            <a:ext cx="406500" cy="322800"/>
            <a:chOff x="8280450" y="1473987"/>
            <a:chExt cx="406500" cy="322800"/>
          </a:xfrm>
        </p:grpSpPr>
        <p:sp>
          <p:nvSpPr>
            <p:cNvPr id="2549" name="Google Shape;2549;p48">
              <a:hlinkClick action="ppaction://hlinksldjump" r:id="rId7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48">
              <a:hlinkClick action="ppaction://hlinksldjump" r:id="rId8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48">
              <a:hlinkClick action="ppaction://hlinksldjump" r:id="rId9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48">
              <a:hlinkClick action="ppaction://hlinksldjump" r:id="rId10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53" name="Google Shape;2553;p48"/>
          <p:cNvGrpSpPr/>
          <p:nvPr/>
        </p:nvGrpSpPr>
        <p:grpSpPr>
          <a:xfrm>
            <a:off x="8065601" y="2153651"/>
            <a:ext cx="836197" cy="836197"/>
            <a:chOff x="8065601" y="2153651"/>
            <a:chExt cx="836197" cy="836197"/>
          </a:xfrm>
        </p:grpSpPr>
        <p:grpSp>
          <p:nvGrpSpPr>
            <p:cNvPr id="2554" name="Google Shape;2554;p48"/>
            <p:cNvGrpSpPr/>
            <p:nvPr/>
          </p:nvGrpSpPr>
          <p:grpSpPr>
            <a:xfrm>
              <a:off x="8065601" y="2153651"/>
              <a:ext cx="836197" cy="836197"/>
              <a:chOff x="1956755" y="2080370"/>
              <a:chExt cx="724106" cy="724106"/>
            </a:xfrm>
          </p:grpSpPr>
          <p:sp>
            <p:nvSpPr>
              <p:cNvPr id="2555" name="Google Shape;2555;p48"/>
              <p:cNvSpPr/>
              <p:nvPr/>
            </p:nvSpPr>
            <p:spPr>
              <a:xfrm>
                <a:off x="2118414" y="2080370"/>
                <a:ext cx="400804" cy="724106"/>
              </a:xfrm>
              <a:custGeom>
                <a:rect b="b" l="l" r="r" t="t"/>
                <a:pathLst>
                  <a:path extrusionOk="0" h="6326" w="2929">
                    <a:moveTo>
                      <a:pt x="1" y="0"/>
                    </a:moveTo>
                    <a:lnTo>
                      <a:pt x="133" y="3157"/>
                    </a:lnTo>
                    <a:lnTo>
                      <a:pt x="1" y="6326"/>
                    </a:lnTo>
                    <a:lnTo>
                      <a:pt x="2929" y="6326"/>
                    </a:lnTo>
                    <a:lnTo>
                      <a:pt x="2796" y="3157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6" name="Google Shape;2556;p48"/>
              <p:cNvSpPr/>
              <p:nvPr/>
            </p:nvSpPr>
            <p:spPr>
              <a:xfrm>
                <a:off x="1956755" y="2240509"/>
                <a:ext cx="724106" cy="403829"/>
              </a:xfrm>
              <a:custGeom>
                <a:rect b="b" l="l" r="r" t="t"/>
                <a:pathLst>
                  <a:path extrusionOk="0" h="2929" w="6326">
                    <a:moveTo>
                      <a:pt x="0" y="1"/>
                    </a:moveTo>
                    <a:lnTo>
                      <a:pt x="0" y="2929"/>
                    </a:lnTo>
                    <a:lnTo>
                      <a:pt x="3157" y="2796"/>
                    </a:lnTo>
                    <a:lnTo>
                      <a:pt x="6326" y="2929"/>
                    </a:lnTo>
                    <a:lnTo>
                      <a:pt x="6326" y="1"/>
                    </a:lnTo>
                    <a:lnTo>
                      <a:pt x="3157" y="1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57" name="Google Shape;2557;p48"/>
            <p:cNvSpPr/>
            <p:nvPr/>
          </p:nvSpPr>
          <p:spPr>
            <a:xfrm>
              <a:off x="8316010" y="2209691"/>
              <a:ext cx="335268" cy="724106"/>
            </a:xfrm>
            <a:custGeom>
              <a:rect b="b" l="l" r="r" t="t"/>
              <a:pathLst>
                <a:path extrusionOk="0" h="6326" w="2929">
                  <a:moveTo>
                    <a:pt x="1" y="0"/>
                  </a:moveTo>
                  <a:lnTo>
                    <a:pt x="133" y="3157"/>
                  </a:lnTo>
                  <a:lnTo>
                    <a:pt x="1" y="6326"/>
                  </a:lnTo>
                  <a:lnTo>
                    <a:pt x="2929" y="6326"/>
                  </a:lnTo>
                  <a:lnTo>
                    <a:pt x="2796" y="3157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48"/>
            <p:cNvSpPr/>
            <p:nvPr/>
          </p:nvSpPr>
          <p:spPr>
            <a:xfrm>
              <a:off x="8121649" y="2404052"/>
              <a:ext cx="724106" cy="335268"/>
            </a:xfrm>
            <a:custGeom>
              <a:rect b="b" l="l" r="r" t="t"/>
              <a:pathLst>
                <a:path extrusionOk="0" h="2929" w="6326">
                  <a:moveTo>
                    <a:pt x="0" y="1"/>
                  </a:moveTo>
                  <a:lnTo>
                    <a:pt x="0" y="2929"/>
                  </a:lnTo>
                  <a:lnTo>
                    <a:pt x="3157" y="2796"/>
                  </a:lnTo>
                  <a:lnTo>
                    <a:pt x="6326" y="2929"/>
                  </a:lnTo>
                  <a:lnTo>
                    <a:pt x="6326" y="1"/>
                  </a:lnTo>
                  <a:lnTo>
                    <a:pt x="3157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48">
              <a:hlinkClick action="ppaction://hlinkshowjump?jump=nextslide"/>
            </p:cNvPr>
            <p:cNvSpPr/>
            <p:nvPr/>
          </p:nvSpPr>
          <p:spPr>
            <a:xfrm>
              <a:off x="8700842" y="2499287"/>
              <a:ext cx="91114" cy="133924"/>
            </a:xfrm>
            <a:custGeom>
              <a:rect b="b" l="l" r="r" t="t"/>
              <a:pathLst>
                <a:path extrusionOk="0" h="1170" w="796">
                  <a:moveTo>
                    <a:pt x="1" y="0"/>
                  </a:moveTo>
                  <a:lnTo>
                    <a:pt x="1" y="1169"/>
                  </a:lnTo>
                  <a:lnTo>
                    <a:pt x="796" y="5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48">
              <a:hlinkClick action="ppaction://hlinkshowjump?jump=previousslide"/>
            </p:cNvPr>
            <p:cNvSpPr/>
            <p:nvPr/>
          </p:nvSpPr>
          <p:spPr>
            <a:xfrm>
              <a:off x="8179568" y="2499287"/>
              <a:ext cx="92488" cy="133924"/>
            </a:xfrm>
            <a:custGeom>
              <a:rect b="b" l="l" r="r" t="t"/>
              <a:pathLst>
                <a:path extrusionOk="0" h="1170" w="808">
                  <a:moveTo>
                    <a:pt x="807" y="0"/>
                  </a:moveTo>
                  <a:lnTo>
                    <a:pt x="0" y="579"/>
                  </a:lnTo>
                  <a:lnTo>
                    <a:pt x="807" y="1169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48"/>
            <p:cNvSpPr/>
            <p:nvPr/>
          </p:nvSpPr>
          <p:spPr>
            <a:xfrm>
              <a:off x="8416749" y="2504724"/>
              <a:ext cx="133904" cy="133925"/>
            </a:xfrm>
            <a:custGeom>
              <a:rect b="b" l="l" r="r" t="t"/>
              <a:pathLst>
                <a:path extrusionOk="0" h="1375" w="1375">
                  <a:moveTo>
                    <a:pt x="688" y="1"/>
                  </a:moveTo>
                  <a:cubicBezTo>
                    <a:pt x="314" y="1"/>
                    <a:pt x="1" y="314"/>
                    <a:pt x="1" y="688"/>
                  </a:cubicBezTo>
                  <a:cubicBezTo>
                    <a:pt x="1" y="1073"/>
                    <a:pt x="314" y="1374"/>
                    <a:pt x="688" y="1374"/>
                  </a:cubicBezTo>
                  <a:cubicBezTo>
                    <a:pt x="1073" y="1374"/>
                    <a:pt x="1374" y="1073"/>
                    <a:pt x="1374" y="688"/>
                  </a:cubicBezTo>
                  <a:cubicBezTo>
                    <a:pt x="1374" y="314"/>
                    <a:pt x="1073" y="1"/>
                    <a:pt x="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62" name="Google Shape;2562;p48"/>
            <p:cNvGrpSpPr/>
            <p:nvPr/>
          </p:nvGrpSpPr>
          <p:grpSpPr>
            <a:xfrm>
              <a:off x="8411245" y="2263375"/>
              <a:ext cx="133810" cy="611129"/>
              <a:chOff x="2246360" y="2134049"/>
              <a:chExt cx="133810" cy="611129"/>
            </a:xfrm>
          </p:grpSpPr>
          <p:sp>
            <p:nvSpPr>
              <p:cNvPr id="2563" name="Google Shape;2563;p48"/>
              <p:cNvSpPr/>
              <p:nvPr/>
            </p:nvSpPr>
            <p:spPr>
              <a:xfrm>
                <a:off x="2246360" y="2134049"/>
                <a:ext cx="133810" cy="91229"/>
              </a:xfrm>
              <a:custGeom>
                <a:rect b="b" l="l" r="r" t="t"/>
                <a:pathLst>
                  <a:path extrusionOk="0" h="797" w="1169">
                    <a:moveTo>
                      <a:pt x="579" y="1"/>
                    </a:moveTo>
                    <a:lnTo>
                      <a:pt x="0" y="796"/>
                    </a:lnTo>
                    <a:lnTo>
                      <a:pt x="1169" y="796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4" name="Google Shape;2564;p48"/>
              <p:cNvSpPr/>
              <p:nvPr/>
            </p:nvSpPr>
            <p:spPr>
              <a:xfrm>
                <a:off x="2246360" y="2654063"/>
                <a:ext cx="133810" cy="91114"/>
              </a:xfrm>
              <a:custGeom>
                <a:rect b="b" l="l" r="r" t="t"/>
                <a:pathLst>
                  <a:path extrusionOk="0" h="796" w="1169">
                    <a:moveTo>
                      <a:pt x="0" y="0"/>
                    </a:moveTo>
                    <a:lnTo>
                      <a:pt x="579" y="796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565" name="Google Shape;2565;p48"/>
          <p:cNvSpPr txBox="1"/>
          <p:nvPr/>
        </p:nvSpPr>
        <p:spPr>
          <a:xfrm>
            <a:off x="1811200" y="2206950"/>
            <a:ext cx="42645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THANK YOU!</a:t>
            </a:r>
            <a:endParaRPr sz="3200">
              <a:solidFill>
                <a:schemeClr val="dk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Y2K Console Style MK Campaign by Slidesgo">
  <a:themeElements>
    <a:clrScheme name="Simple Light">
      <a:dk1>
        <a:srgbClr val="252526"/>
      </a:dk1>
      <a:lt1>
        <a:srgbClr val="A2B660"/>
      </a:lt1>
      <a:dk2>
        <a:srgbClr val="0367A6"/>
      </a:dk2>
      <a:lt2>
        <a:srgbClr val="0378A6"/>
      </a:lt2>
      <a:accent1>
        <a:srgbClr val="AFBDB8"/>
      </a:accent1>
      <a:accent2>
        <a:srgbClr val="A4B0AB"/>
      </a:accent2>
      <a:accent3>
        <a:srgbClr val="CDD3D1"/>
      </a:accent3>
      <a:accent4>
        <a:srgbClr val="FFFFFF"/>
      </a:accent4>
      <a:accent5>
        <a:srgbClr val="FFFFFF"/>
      </a:accent5>
      <a:accent6>
        <a:srgbClr val="FFFFFF"/>
      </a:accent6>
      <a:hlink>
        <a:srgbClr val="25252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